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ATOMiK Investor Deck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Make change the unit of compute</a:t>
            </a:r>
            <a:br/>
            <a:br/>
            <a:r>
              <a:rPr/>
              <a:t>ATOMiK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May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ATOMiK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Make change the unit of compute</a:t>
            </a:r>
          </a:p>
          <a:p>
            <a:pPr lvl="0" indent="0" marL="0">
              <a:buNone/>
            </a:pPr>
            <a:r>
              <a:rPr/>
              <a:t>State-aware compute evaluation for edge and embedded teams constrained by battery, heat, bandwidth, latency, reliability, or hardware footprint.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HARDWARE_VALIDATED</a:t>
            </a:r>
            <a:r>
              <a:rPr/>
              <a:t> ATOMiK Desk v0.39-K runs as a framebuffer-native prototype UI on Zynq hardware.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Hidden 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Many constrained systems waste energy, bandwidth, and time rediscovering what changed.</a:t>
            </a:r>
          </a:p>
          <a:p>
            <a:pPr lvl="0"/>
            <a:r>
              <a:rPr/>
              <a:t>Edge devices spend limited battery on repeated scans, copies, sync, and replay.</a:t>
            </a:r>
          </a:p>
          <a:p>
            <a:pPr lvl="0"/>
            <a:r>
              <a:rPr/>
              <a:t>Sealed or fanless systems turn redundant state work into heat.</a:t>
            </a:r>
          </a:p>
          <a:p>
            <a:pPr lvl="0"/>
            <a:r>
              <a:rPr/>
              <a:t>AI and agent systems move context even when only a small delta matters.</a:t>
            </a:r>
          </a:p>
          <a:p>
            <a:pPr lvl="0"/>
            <a:r>
              <a:rPr/>
              <a:t>Remote systems are constrained by every watt, ounce, packet, and minute.</a:t>
            </a:r>
          </a:p>
          <a:p>
            <a:pPr lvl="0"/>
            <a:r>
              <a:rPr/>
              <a:t>Data-center power, cooling, water, and sustainability are expansion themes that still need workload-specific measurement.</a:t>
            </a:r>
          </a:p>
          <a:p>
            <a:pPr lvl="0" indent="0" marL="0">
              <a:buNone/>
            </a:pPr>
            <a:r>
              <a:rPr/>
              <a:t>Source context: IEA and LBNL support the broader energy, cooling, and water pressure around modern compute. These are market-context facts, not ATOMiK savings claims.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First Wedge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first customer is not everyone.</a:t>
            </a:r>
          </a:p>
          <a:p>
            <a:pPr lvl="0" indent="0" marL="0">
              <a:buNone/>
            </a:pPr>
            <a:r>
              <a:rPr/>
              <a:t>It is the team with:</a:t>
            </a:r>
          </a:p>
          <a:p>
            <a:pPr lvl="0"/>
            <a:r>
              <a:rPr/>
              <a:t>one state-heavy workload</a:t>
            </a:r>
          </a:p>
          <a:p>
            <a:pPr lvl="0"/>
            <a:r>
              <a:rPr/>
              <a:t>one current baseline</a:t>
            </a:r>
          </a:p>
          <a:p>
            <a:pPr lvl="0"/>
            <a:r>
              <a:rPr/>
              <a:t>one painful constraint expensive enough to evaluate</a:t>
            </a:r>
          </a:p>
          <a:p>
            <a:pPr lvl="0" indent="0" marL="0">
              <a:buNone/>
            </a:pPr>
            <a:r>
              <a:rPr/>
              <a:t>Lead ICP: edge and embedded systems, AI at the edge, remote/field systems, robotics, industrial control, IoT, and defense-adjacent hardware-constrained teams.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Customer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Customers do not buy “delta-state algebra.”</a:t>
            </a:r>
          </a:p>
          <a:p>
            <a:pPr lvl="0" indent="0" marL="0">
              <a:buNone/>
            </a:pPr>
            <a:r>
              <a:rPr/>
              <a:t>They buy evidence that a constrained state path may improve:</a:t>
            </a:r>
          </a:p>
          <a:p>
            <a:pPr lvl="0"/>
            <a:r>
              <a:rPr/>
              <a:t>bytes moved or avoided</a:t>
            </a:r>
          </a:p>
          <a:p>
            <a:pPr lvl="0"/>
            <a:r>
              <a:rPr/>
              <a:t>update/reconstruction latency</a:t>
            </a:r>
          </a:p>
          <a:p>
            <a:pPr lvl="0"/>
            <a:r>
              <a:rPr/>
              <a:t>bandwidth pressure</a:t>
            </a:r>
          </a:p>
          <a:p>
            <a:pPr lvl="0"/>
            <a:r>
              <a:rPr/>
              <a:t>operations coalesced</a:t>
            </a:r>
          </a:p>
          <a:p>
            <a:pPr lvl="0"/>
            <a:r>
              <a:rPr/>
              <a:t>power or thermal proxy where measured responsibly</a:t>
            </a:r>
          </a:p>
          <a:p>
            <a:pPr lvl="0"/>
            <a:r>
              <a:rPr/>
              <a:t>correctness preservation</a:t>
            </a:r>
          </a:p>
          <a:p>
            <a:pPr lvl="0" indent="0" marL="0">
              <a:buNone/>
            </a:pPr>
            <a:r>
              <a:rPr/>
              <a:t>Battery, cooling, water, and smaller hardware outcomes remain evaluation targets until measured on the workload.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Primitive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ATOMiK makes change the unit of compute.</a:t>
            </a:r>
          </a:p>
          <a:p>
            <a:pPr lvl="0" indent="0">
              <a:buNone/>
            </a:pPr>
            <a:r>
              <a:rPr>
                <a:latin typeface="Courier"/>
              </a:rPr>
              <a:t>state = reference_state XOR accumulated_delta</a:t>
            </a:r>
          </a:p>
          <a:p>
            <a:pPr lvl="0" indent="0" marL="0">
              <a:buNone/>
            </a:pPr>
            <a:r>
              <a:rPr/>
              <a:t>Load a known state. Accumulate compact changes. Reconstruct only when needed. Commit clean epoch boundaries.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It Can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Traditional systems often move or rebuild full state to answer a smaller question: “what changed?”</a:t>
            </a:r>
          </a:p>
          <a:p>
            <a:pPr lvl="0" indent="0" marL="0">
              <a:buNone/>
            </a:pPr>
            <a:r>
              <a:rPr/>
              <a:t>ATOMiK is designed for workloads where:</a:t>
            </a:r>
          </a:p>
          <a:p>
            <a:pPr lvl="0"/>
            <a:r>
              <a:rPr/>
              <a:t>writes or updates dominate reads</a:t>
            </a:r>
          </a:p>
          <a:p>
            <a:pPr lvl="0"/>
            <a:r>
              <a:rPr/>
              <a:t>state changes are sparse or coalescable</a:t>
            </a:r>
          </a:p>
          <a:p>
            <a:pPr lvl="0"/>
            <a:r>
              <a:rPr/>
              <a:t>bandwidth is expensive</a:t>
            </a:r>
          </a:p>
          <a:p>
            <a:pPr lvl="0"/>
            <a:r>
              <a:rPr/>
              <a:t>latency and power budgets are tight</a:t>
            </a:r>
          </a:p>
          <a:p>
            <a:pPr lvl="0"/>
            <a:r>
              <a:rPr/>
              <a:t>rollback, sync, replay, or context retention create overhead</a:t>
            </a:r>
          </a:p>
          <a:p>
            <a:pPr lvl="0" indent="0" marL="0">
              <a:buNone/>
            </a:pPr>
            <a:r>
              <a:rPr/>
              <a:t>It is not positioned as a general-purpose CPU replacement.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Customer Use Cases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Evaluation target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Edge / embedded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battery, enclosure heat, intermittent links, reliability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bytes moved, update latency, bandwidth, power proxy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 at the edge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context/state movement, memory pressure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context retained, transfer avoided, response time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Remote / industrial / robotics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weight, wattage, packet budget, field runtime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runtime proxy, packet budget, update cost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center / infrastructure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power bill, cooling, water pressure, rack density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measured bytes moved, power/thermal path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use case needs one measured workload before ATOMiK claims savings.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Live Proof Today</a:t>
            </a:r>
          </a:p>
        </p:txBody>
      </p:sp>
      <p:pic>
        <p:nvPicPr>
          <p:cNvPr descr="../../website/public/09-current-live-atomik-desk-v039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06600" y="1193800"/>
            <a:ext cx="5130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ATOMiK Desk v0.39-K prototype UI running on live Zynq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HARDWARE_VALIDATED</a:t>
            </a:r>
            <a:r>
              <a:rPr/>
              <a:t> ATOMiK Desk v0.39-K prototype UI running on live Zynq hardware. This screenshot proves the current live demo surface, not commercial product maturity or performance.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Proof Stack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v0.39-K Zynq Desk UI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HARDWARE_VALIDATED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current public proof image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Linux userspace to FPGA path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HARDWARE_VALIDATED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documented path through OS and bus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AX7020 board run matrix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LIVE_MEASURED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raw artifact with caveats and wins/losses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Formal algebra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SOFTWARE_VALIDATED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proof work in repo; avoid public counts until audited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Synthesis and bank scaling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SYNTHESIS_VALIDATED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toolchain/hardware validation, not production silicon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Zynq standalone boot artifacts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BUILD_ARTIFACT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local build output exists; public power-on artifact still gated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Public claims stay tied to these labels.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Business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near-term plan is focused and capital-efficient.</a:t>
            </a:r>
          </a:p>
          <a:p>
            <a:pPr lvl="0" indent="-342900" marL="342900">
              <a:buAutoNum type="arabicPeriod"/>
            </a:pPr>
            <a:r>
              <a:rPr/>
              <a:t>Convert proof into measured customer evaluations.</a:t>
            </a:r>
          </a:p>
          <a:p>
            <a:pPr lvl="0" indent="-342900" marL="342900">
              <a:buAutoNum type="arabicPeriod"/>
            </a:pPr>
            <a:r>
              <a:rPr/>
              <a:t>Strengthen IP and diligence materials.</a:t>
            </a:r>
          </a:p>
          <a:p>
            <a:pPr lvl="0" indent="-342900" marL="342900">
              <a:buAutoNum type="arabicPeriod"/>
            </a:pPr>
            <a:r>
              <a:rPr/>
              <a:t>Use design partners to identify workloads where savings are measurable.</a:t>
            </a:r>
          </a:p>
          <a:p>
            <a:pPr lvl="0" indent="-342900" marL="342900">
              <a:buAutoNum type="arabicPeriod"/>
            </a:pPr>
            <a:r>
              <a:rPr/>
              <a:t>De-risk ASIC feasibility before any tape-out commitment.</a:t>
            </a:r>
          </a:p>
          <a:p>
            <a:pPr lvl="0" indent="-342900" marL="342900">
              <a:buAutoNum type="arabicPeriod"/>
            </a:pPr>
            <a:r>
              <a:rPr/>
              <a:t>Position ATOMiK for strategic licensing, partnership, or acquisition.</a:t>
            </a:r>
          </a:p>
          <a:p>
            <a:pPr lvl="0" indent="0" marL="0">
              <a:buNone/>
            </a:pPr>
            <a:r>
              <a:rPr/>
              <a:t>ATOMiK is not trying to outspend chip incumbents.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Use Of Funds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 ask: </a:t>
            </a:r>
            <a:r>
              <a:rPr b="1"/>
              <a:t>$2.0M pre-seed</a:t>
            </a:r>
            <a:r>
              <a:rPr/>
              <a:t>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Proof gate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Engineering + demo hardening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$600K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repeatable Zynq proof system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Customer proof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$400K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measured workload artifact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IP + legal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$300K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counsel-reviewed IP packet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ASIC feasibility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$300K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mentor-reviewed go/no-go path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Finance/GTM/ops + reserve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$400K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runway, reporting, partner pipeline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Minimum viable close: $1.25M. Stretch plan: $2.75M. Final SAFE terms require CFO/counsel approval. This round does not fund tape-out.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Risks And Gates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Current answer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Battery, power, thermal, cooling, water, or footprint savings are not yet measured end-to-end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Treat as evaluation targets until artifacts exist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Customer validation is pending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Paid evaluations and design partners are the validation wedge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ASIC economics require expert review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Fund feasibility review before tape-out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Incumbents can move quickly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Protect IP, build proof, and pursue strategic conversations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pitch is intentionally evidence-bounded.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ATOMiK is raising a </a:t>
            </a:r>
            <a:r>
              <a:rPr b="1"/>
              <a:t>$2.0M target pre-seed</a:t>
            </a:r>
            <a:r>
              <a:rPr/>
              <a:t> to reach measured proof.</a:t>
            </a:r>
          </a:p>
          <a:p>
            <a:pPr lvl="0"/>
            <a:r>
              <a:rPr/>
              <a:t>$1.25M minimum viable close; $2.75M stretch plan</a:t>
            </a:r>
          </a:p>
          <a:p>
            <a:pPr lvl="0"/>
            <a:r>
              <a:rPr/>
              <a:t>about 18 months of planned runway</a:t>
            </a:r>
          </a:p>
          <a:p>
            <a:pPr lvl="0"/>
            <a:r>
              <a:rPr/>
              <a:t>post-money SAFE recommended; final terms by CFO/counsel</a:t>
            </a:r>
          </a:p>
          <a:p>
            <a:pPr lvl="0"/>
            <a:r>
              <a:rPr/>
              <a:t>2-3 design-partner evaluations</a:t>
            </a:r>
          </a:p>
          <a:p>
            <a:pPr lvl="0"/>
            <a:r>
              <a:rPr/>
              <a:t>one sanitized measured workload artifact</a:t>
            </a:r>
          </a:p>
          <a:p>
            <a:pPr lvl="0"/>
            <a:r>
              <a:rPr/>
              <a:t>external ASIC/IP feasibility review</a:t>
            </a:r>
          </a:p>
          <a:p>
            <a:pPr lvl="0"/>
            <a:r>
              <a:rPr/>
              <a:t>licensing-ready package</a:t>
            </a:r>
          </a:p>
          <a:p>
            <a:pPr lvl="0" indent="0" marL="0">
              <a:buNone/>
            </a:pPr>
            <a:r>
              <a:rPr/>
              <a:t>The next milestone is measured proof, not another abstract demo.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ATOMiK Investor Deck</dc:title>
  <dc:creator>ATOMiK</dc:creator>
  <cp:keywords/>
  <dcterms:created xsi:type="dcterms:W3CDTF">2026-05-26T20:07:15Z</dcterms:created>
  <dcterms:modified xsi:type="dcterms:W3CDTF">2026-05-26T20:07:15Z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May 2026</vt:lpwstr>
  </property>
  <property fmtid="{D5CDD505-2E9C-101B-9397-08002B2CF9AE}" pid="3" name="subtitle">
    <vt:lpwstr>Make change the unit of compute</vt:lpwstr>
  </property>
</Properties>
</file>