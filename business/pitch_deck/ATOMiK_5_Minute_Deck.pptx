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69848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PRE-SEED | $5M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241280" cy="8229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F8FF"/>
                </a:solidFill>
                <a:latin typeface="Aptos"/>
              </a:rPr>
              <a:t>Make change the unit of compute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487168"/>
            <a:ext cx="9144000" cy="5943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0">
                <a:solidFill>
                  <a:srgbClr val="A5B4C5"/>
                </a:solidFill>
                <a:latin typeface="Aptos"/>
              </a:rPr>
              <a:t>Bring one workload. Measure wasted state movement. Decide fit with evidence.</a:t>
            </a:r>
          </a:p>
        </p:txBody>
      </p:sp>
      <p:pic>
        <p:nvPicPr>
          <p:cNvPr id="9" name="Picture 8" descr="09-current-live-atomik-desk-v039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3063240"/>
            <a:ext cx="3657600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Public proof image is a hardware-validated UI artifact, not customer workload proof.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69848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241280" cy="8229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F8FF"/>
                </a:solidFill>
                <a:latin typeface="Aptos"/>
              </a:rPr>
              <a:t>Customers already know the pain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2468880" cy="13258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6112" y="3108960"/>
            <a:ext cx="213969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Battery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685032"/>
            <a:ext cx="2139696" cy="5029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dies too quickly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971800"/>
            <a:ext cx="2468880" cy="13258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30752" y="3108960"/>
            <a:ext cx="213969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075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3685032"/>
            <a:ext cx="2139696" cy="5029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is maxed 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971800"/>
            <a:ext cx="2468880" cy="13258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65392" y="3108960"/>
            <a:ext cx="21396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39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Heat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685032"/>
            <a:ext cx="2139696" cy="5029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systems run hot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971800"/>
            <a:ext cx="2468880" cy="13258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00032" y="3108960"/>
            <a:ext cx="21396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3685032"/>
            <a:ext cx="2139696" cy="5029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more performance is needed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69848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241280" cy="8229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F8FF"/>
                </a:solidFill>
                <a:latin typeface="Aptos"/>
              </a:rPr>
              <a:t>Reference state plus accumulated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743200"/>
            <a:ext cx="9601200" cy="5486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22D3EE"/>
                </a:solidFill>
                <a:latin typeface="Aptos"/>
              </a:rPr>
              <a:t>current_state = reference_state XOR accumulated_delta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8404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8992" y="3977640"/>
            <a:ext cx="19110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160520"/>
            <a:ext cx="19110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4553712"/>
            <a:ext cx="191109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set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38404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22192" y="3977640"/>
            <a:ext cx="19110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22192" y="4160520"/>
            <a:ext cx="19110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ACCUM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2192" y="4553712"/>
            <a:ext cx="191109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add deltas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65392" y="3977640"/>
            <a:ext cx="19110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4160520"/>
            <a:ext cx="19110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553712"/>
            <a:ext cx="191109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reconstruct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8404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08592" y="3977640"/>
            <a:ext cx="19110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4160520"/>
            <a:ext cx="19110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4553712"/>
            <a:ext cx="191109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commit boundary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69848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PROOF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241280" cy="8229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F8FF"/>
                </a:solidFill>
                <a:latin typeface="Aptos"/>
              </a:rPr>
              <a:t>Real, specific, evidence-labeled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514600"/>
            <a:ext cx="480060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16152" y="2651760"/>
            <a:ext cx="447141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6152" y="283464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Zynq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227832"/>
            <a:ext cx="447141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HARDWARE_VALIDATED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514600"/>
            <a:ext cx="480060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65392" y="2651760"/>
            <a:ext cx="447141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83464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Linux-to-FPGA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227832"/>
            <a:ext cx="447141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HARDWARE_VALIDATED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931920"/>
            <a:ext cx="480060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16152" y="4069080"/>
            <a:ext cx="4471416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" y="425196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AX7020 matrix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4645152"/>
            <a:ext cx="447141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LIVE_MEASURED with caveats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931920"/>
            <a:ext cx="480060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65392" y="4069080"/>
            <a:ext cx="447141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425196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Lean4 algebra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4645152"/>
            <a:ext cx="447141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FORMAL_PROOF where audited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Formal claims stay bounded to specifically audited properties. AX7020 has wins and losses with caveats.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69848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COMMERCIAL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241280" cy="8229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F8FF"/>
                </a:solidFill>
                <a:latin typeface="Aptos"/>
              </a:rPr>
              <a:t>Show the problem path; measure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97180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3108960"/>
            <a:ext cx="213969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Show 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685032"/>
            <a:ext cx="2139696" cy="41148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the constrained path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297180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76472" y="3108960"/>
            <a:ext cx="21396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647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6472" y="3685032"/>
            <a:ext cx="2139696" cy="41148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fit against baseline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297180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11112" y="3108960"/>
            <a:ext cx="2139696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Show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3685032"/>
            <a:ext cx="2139696" cy="41148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measurement + impact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297180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45752" y="3108960"/>
            <a:ext cx="21396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Call no-fit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3685032"/>
            <a:ext cx="2139696" cy="41148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if ATOMiK does not help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69848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241280" cy="8229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F8FF"/>
                </a:solidFill>
                <a:latin typeface="Aptos"/>
              </a:rPr>
              <a:t>$5M to reach measured workload proof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60604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16152" y="2743200"/>
            <a:ext cx="447141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6152" y="292608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Capital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319272"/>
            <a:ext cx="447141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$5M target pre-seed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60604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65392" y="2743200"/>
            <a:ext cx="447141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92608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Entry wedge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319272"/>
            <a:ext cx="447141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paid evals -&gt; licensing optionality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93192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16152" y="4069080"/>
            <a:ext cx="447141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" y="425196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4645152"/>
            <a:ext cx="447141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proof + IP packet + ASIC feasibility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93192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65392" y="4069080"/>
            <a:ext cx="447141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425196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Need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4645152"/>
            <a:ext cx="447141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workloads + design-partner/advisor intros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56048"/>
            <a:ext cx="10287000" cy="3200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74869C"/>
                </a:solidFill>
                <a:latin typeface="Aptos"/>
              </a:rPr>
              <a:t>Planning model: entry wedge from paid evaluations to licensing/strategic optionality if proof holds. Final SAFE terms require counsel/CFO.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66944"/>
            <a:ext cx="102870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74869C"/>
                </a:solidFill>
                <a:latin typeface="Aptos"/>
              </a:rPr>
              <a:t>This round does not fund tape-out.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