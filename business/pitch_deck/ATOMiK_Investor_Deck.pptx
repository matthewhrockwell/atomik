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67" r:id="rId4"/>
    <p:sldId id="258" r:id="rId5"/>
    <p:sldId id="261" r:id="rId6"/>
    <p:sldId id="259" r:id="rId7"/>
    <p:sldId id="266" r:id="rId8"/>
    <p:sldId id="262" r:id="rId9"/>
    <p:sldId id="260" r:id="rId10"/>
    <p:sldId id="263" r:id="rId11"/>
    <p:sldId id="264" r:id="rId12"/>
    <p:sldId id="268" r:id="rId13"/>
    <p:sldId id="269" r:id="rId14"/>
    <p:sldId id="265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14558C-10A4-4989-93D8-98B84FC007FF}" v="17" dt="2026-02-03T20:42:43.5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84" y="3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ew Rockwell" userId="be3989a97b66b923" providerId="LiveId" clId="{B89F934C-8C3B-4D2B-ADD7-B5452E27AB91}"/>
    <pc:docChg chg="undo redo custSel addSld modSld sldOrd">
      <pc:chgData name="Matthew Rockwell" userId="be3989a97b66b923" providerId="LiveId" clId="{B89F934C-8C3B-4D2B-ADD7-B5452E27AB91}" dt="2026-02-03T20:42:47.398" v="1669" actId="1076"/>
      <pc:docMkLst>
        <pc:docMk/>
      </pc:docMkLst>
      <pc:sldChg chg="addSp modSp mod modNotesTx">
        <pc:chgData name="Matthew Rockwell" userId="be3989a97b66b923" providerId="LiveId" clId="{B89F934C-8C3B-4D2B-ADD7-B5452E27AB91}" dt="2026-02-03T20:28:47.212" v="1112" actId="20577"/>
        <pc:sldMkLst>
          <pc:docMk/>
          <pc:sldMk cId="0" sldId="256"/>
        </pc:sldMkLst>
        <pc:spChg chg="mod">
          <ac:chgData name="Matthew Rockwell" userId="be3989a97b66b923" providerId="LiveId" clId="{B89F934C-8C3B-4D2B-ADD7-B5452E27AB91}" dt="2026-02-03T08:46:24.668" v="292" actId="1076"/>
          <ac:spMkLst>
            <pc:docMk/>
            <pc:sldMk cId="0" sldId="256"/>
            <ac:spMk id="3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47:03.895" v="298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42:48.527" v="533" actId="1076"/>
          <ac:spMkLst>
            <pc:docMk/>
            <pc:sldMk cId="0" sldId="256"/>
            <ac:spMk id="5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12:56.391" v="857" actId="115"/>
          <ac:spMkLst>
            <pc:docMk/>
            <pc:sldMk cId="0" sldId="256"/>
            <ac:spMk id="6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42:46.310" v="532" actId="1076"/>
          <ac:spMkLst>
            <pc:docMk/>
            <pc:sldMk cId="0" sldId="256"/>
            <ac:spMk id="7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11:47.720" v="849" actId="1076"/>
          <ac:spMkLst>
            <pc:docMk/>
            <pc:sldMk cId="0" sldId="256"/>
            <ac:spMk id="8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11:47.720" v="849" actId="1076"/>
          <ac:spMkLst>
            <pc:docMk/>
            <pc:sldMk cId="0" sldId="256"/>
            <ac:spMk id="9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12:11.173" v="851" actId="1076"/>
          <ac:spMkLst>
            <pc:docMk/>
            <pc:sldMk cId="0" sldId="256"/>
            <ac:spMk id="10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47:17.075" v="302" actId="1076"/>
          <ac:spMkLst>
            <pc:docMk/>
            <pc:sldMk cId="0" sldId="256"/>
            <ac:spMk id="11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11:47.720" v="849" actId="1076"/>
          <ac:spMkLst>
            <pc:docMk/>
            <pc:sldMk cId="0" sldId="256"/>
            <ac:spMk id="12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12:11.173" v="851" actId="1076"/>
          <ac:spMkLst>
            <pc:docMk/>
            <pc:sldMk cId="0" sldId="256"/>
            <ac:spMk id="13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11:47.720" v="849" actId="1076"/>
          <ac:spMkLst>
            <pc:docMk/>
            <pc:sldMk cId="0" sldId="256"/>
            <ac:spMk id="14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11:47.720" v="849" actId="1076"/>
          <ac:spMkLst>
            <pc:docMk/>
            <pc:sldMk cId="0" sldId="256"/>
            <ac:spMk id="15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12:11.173" v="851" actId="1076"/>
          <ac:spMkLst>
            <pc:docMk/>
            <pc:sldMk cId="0" sldId="256"/>
            <ac:spMk id="16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11:47.720" v="849" actId="1076"/>
          <ac:spMkLst>
            <pc:docMk/>
            <pc:sldMk cId="0" sldId="256"/>
            <ac:spMk id="17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11:47.720" v="849" actId="1076"/>
          <ac:spMkLst>
            <pc:docMk/>
            <pc:sldMk cId="0" sldId="256"/>
            <ac:spMk id="18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12:11.173" v="851" actId="1076"/>
          <ac:spMkLst>
            <pc:docMk/>
            <pc:sldMk cId="0" sldId="256"/>
            <ac:spMk id="19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16:34.535" v="24" actId="1076"/>
          <ac:spMkLst>
            <pc:docMk/>
            <pc:sldMk cId="0" sldId="256"/>
            <ac:spMk id="20" creationId="{00000000-0000-0000-0000-000000000000}"/>
          </ac:spMkLst>
        </pc:spChg>
        <pc:picChg chg="add mod">
          <ac:chgData name="Matthew Rockwell" userId="be3989a97b66b923" providerId="LiveId" clId="{B89F934C-8C3B-4D2B-ADD7-B5452E27AB91}" dt="2026-02-03T20:11:56.192" v="850" actId="1076"/>
          <ac:picMkLst>
            <pc:docMk/>
            <pc:sldMk cId="0" sldId="256"/>
            <ac:picMk id="23" creationId="{F1A8A962-12C9-7356-E89F-372FA2904C6B}"/>
          </ac:picMkLst>
        </pc:picChg>
        <pc:picChg chg="add mod">
          <ac:chgData name="Matthew Rockwell" userId="be3989a97b66b923" providerId="LiveId" clId="{B89F934C-8C3B-4D2B-ADD7-B5452E27AB91}" dt="2026-02-03T08:18:30.748" v="39" actId="14100"/>
          <ac:picMkLst>
            <pc:docMk/>
            <pc:sldMk cId="0" sldId="256"/>
            <ac:picMk id="24" creationId="{70A1005D-65CF-A8ED-DAC8-03221AC798A8}"/>
          </ac:picMkLst>
        </pc:picChg>
        <pc:picChg chg="add mod">
          <ac:chgData name="Matthew Rockwell" userId="be3989a97b66b923" providerId="LiveId" clId="{B89F934C-8C3B-4D2B-ADD7-B5452E27AB91}" dt="2026-02-03T20:12:18.396" v="852" actId="1076"/>
          <ac:picMkLst>
            <pc:docMk/>
            <pc:sldMk cId="0" sldId="256"/>
            <ac:picMk id="25" creationId="{8EE4E9B9-DBD8-F328-E3E6-E37776204195}"/>
          </ac:picMkLst>
        </pc:picChg>
        <pc:picChg chg="add mod">
          <ac:chgData name="Matthew Rockwell" userId="be3989a97b66b923" providerId="LiveId" clId="{B89F934C-8C3B-4D2B-ADD7-B5452E27AB91}" dt="2026-02-03T08:19:05.497" v="48" actId="1076"/>
          <ac:picMkLst>
            <pc:docMk/>
            <pc:sldMk cId="0" sldId="256"/>
            <ac:picMk id="26" creationId="{0DD58A02-0623-905F-DF05-119B9F8FF818}"/>
          </ac:picMkLst>
        </pc:picChg>
      </pc:sldChg>
      <pc:sldChg chg="modSp mod modNotesTx">
        <pc:chgData name="Matthew Rockwell" userId="be3989a97b66b923" providerId="LiveId" clId="{B89F934C-8C3B-4D2B-ADD7-B5452E27AB91}" dt="2026-02-03T20:30:22.727" v="1133" actId="1076"/>
        <pc:sldMkLst>
          <pc:docMk/>
          <pc:sldMk cId="0" sldId="257"/>
        </pc:sldMkLst>
        <pc:spChg chg="mod">
          <ac:chgData name="Matthew Rockwell" userId="be3989a97b66b923" providerId="LiveId" clId="{B89F934C-8C3B-4D2B-ADD7-B5452E27AB91}" dt="2026-02-03T20:29:16.544" v="1125" actId="1076"/>
          <ac:spMkLst>
            <pc:docMk/>
            <pc:sldMk cId="0" sldId="257"/>
            <ac:spMk id="3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43:57.572" v="544" actId="14100"/>
          <ac:spMkLst>
            <pc:docMk/>
            <pc:sldMk cId="0" sldId="257"/>
            <ac:spMk id="5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29:06.130" v="1124" actId="1076"/>
          <ac:spMkLst>
            <pc:docMk/>
            <pc:sldMk cId="0" sldId="257"/>
            <ac:spMk id="6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43:58.835" v="546" actId="1076"/>
          <ac:spMkLst>
            <pc:docMk/>
            <pc:sldMk cId="0" sldId="257"/>
            <ac:spMk id="7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43:58.136" v="545" actId="1076"/>
          <ac:spMkLst>
            <pc:docMk/>
            <pc:sldMk cId="0" sldId="257"/>
            <ac:spMk id="8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29:51.524" v="1132" actId="1076"/>
          <ac:spMkLst>
            <pc:docMk/>
            <pc:sldMk cId="0" sldId="257"/>
            <ac:spMk id="9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29:43.369" v="1131" actId="403"/>
          <ac:spMkLst>
            <pc:docMk/>
            <pc:sldMk cId="0" sldId="257"/>
            <ac:spMk id="10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9:00:13.884" v="393" actId="1076"/>
          <ac:spMkLst>
            <pc:docMk/>
            <pc:sldMk cId="0" sldId="257"/>
            <ac:spMk id="11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9:00:13.884" v="393" actId="1076"/>
          <ac:spMkLst>
            <pc:docMk/>
            <pc:sldMk cId="0" sldId="257"/>
            <ac:spMk id="12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9:00:13.884" v="393" actId="1076"/>
          <ac:spMkLst>
            <pc:docMk/>
            <pc:sldMk cId="0" sldId="257"/>
            <ac:spMk id="13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9:00:13.884" v="393" actId="1076"/>
          <ac:spMkLst>
            <pc:docMk/>
            <pc:sldMk cId="0" sldId="257"/>
            <ac:spMk id="14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9:00:13.884" v="393" actId="1076"/>
          <ac:spMkLst>
            <pc:docMk/>
            <pc:sldMk cId="0" sldId="257"/>
            <ac:spMk id="15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48:47.571" v="312" actId="1076"/>
          <ac:spMkLst>
            <pc:docMk/>
            <pc:sldMk cId="0" sldId="257"/>
            <ac:spMk id="16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9:00:13.884" v="393" actId="1076"/>
          <ac:spMkLst>
            <pc:docMk/>
            <pc:sldMk cId="0" sldId="257"/>
            <ac:spMk id="17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9:00:13.884" v="393" actId="1076"/>
          <ac:spMkLst>
            <pc:docMk/>
            <pc:sldMk cId="0" sldId="257"/>
            <ac:spMk id="18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9:00:13.884" v="393" actId="1076"/>
          <ac:spMkLst>
            <pc:docMk/>
            <pc:sldMk cId="0" sldId="257"/>
            <ac:spMk id="19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30:22.727" v="1133" actId="1076"/>
          <ac:spMkLst>
            <pc:docMk/>
            <pc:sldMk cId="0" sldId="257"/>
            <ac:spMk id="20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30:22.727" v="1133" actId="1076"/>
          <ac:spMkLst>
            <pc:docMk/>
            <pc:sldMk cId="0" sldId="257"/>
            <ac:spMk id="21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30:47.863" v="137" actId="242"/>
          <ac:spMkLst>
            <pc:docMk/>
            <pc:sldMk cId="0" sldId="257"/>
            <ac:spMk id="22" creationId="{00000000-0000-0000-0000-000000000000}"/>
          </ac:spMkLst>
        </pc:spChg>
      </pc:sldChg>
      <pc:sldChg chg="modSp mod modNotesTx">
        <pc:chgData name="Matthew Rockwell" userId="be3989a97b66b923" providerId="LiveId" clId="{B89F934C-8C3B-4D2B-ADD7-B5452E27AB91}" dt="2026-02-03T20:30:58.359" v="1149" actId="20577"/>
        <pc:sldMkLst>
          <pc:docMk/>
          <pc:sldMk cId="0" sldId="258"/>
        </pc:sldMkLst>
        <pc:spChg chg="mod">
          <ac:chgData name="Matthew Rockwell" userId="be3989a97b66b923" providerId="LiveId" clId="{B89F934C-8C3B-4D2B-ADD7-B5452E27AB91}" dt="2026-02-03T09:00:28.177" v="394" actId="1076"/>
          <ac:spMkLst>
            <pc:docMk/>
            <pc:sldMk cId="0" sldId="258"/>
            <ac:spMk id="5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50:27.082" v="327" actId="1076"/>
          <ac:spMkLst>
            <pc:docMk/>
            <pc:sldMk cId="0" sldId="258"/>
            <ac:spMk id="6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9:00:28.177" v="394" actId="1076"/>
          <ac:spMkLst>
            <pc:docMk/>
            <pc:sldMk cId="0" sldId="258"/>
            <ac:spMk id="7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9:00:28.177" v="394" actId="1076"/>
          <ac:spMkLst>
            <pc:docMk/>
            <pc:sldMk cId="0" sldId="258"/>
            <ac:spMk id="8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9:00:28.177" v="394" actId="1076"/>
          <ac:spMkLst>
            <pc:docMk/>
            <pc:sldMk cId="0" sldId="258"/>
            <ac:spMk id="9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49:46.438" v="319" actId="242"/>
          <ac:spMkLst>
            <pc:docMk/>
            <pc:sldMk cId="0" sldId="258"/>
            <ac:spMk id="12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50:27.082" v="327" actId="1076"/>
          <ac:spMkLst>
            <pc:docMk/>
            <pc:sldMk cId="0" sldId="258"/>
            <ac:spMk id="13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49:56.242" v="323" actId="242"/>
          <ac:spMkLst>
            <pc:docMk/>
            <pc:sldMk cId="0" sldId="258"/>
            <ac:spMk id="14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9:00:28.177" v="394" actId="1076"/>
          <ac:spMkLst>
            <pc:docMk/>
            <pc:sldMk cId="0" sldId="258"/>
            <ac:spMk id="15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50:27.082" v="327" actId="1076"/>
          <ac:spMkLst>
            <pc:docMk/>
            <pc:sldMk cId="0" sldId="258"/>
            <ac:spMk id="18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50:27.082" v="327" actId="1076"/>
          <ac:spMkLst>
            <pc:docMk/>
            <pc:sldMk cId="0" sldId="258"/>
            <ac:spMk id="19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50:27.082" v="327" actId="1076"/>
          <ac:spMkLst>
            <pc:docMk/>
            <pc:sldMk cId="0" sldId="258"/>
            <ac:spMk id="20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49:20.789" v="314" actId="242"/>
          <ac:spMkLst>
            <pc:docMk/>
            <pc:sldMk cId="0" sldId="258"/>
            <ac:spMk id="21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9:00:28.177" v="394" actId="1076"/>
          <ac:spMkLst>
            <pc:docMk/>
            <pc:sldMk cId="0" sldId="258"/>
            <ac:spMk id="23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50:27.082" v="327" actId="1076"/>
          <ac:spMkLst>
            <pc:docMk/>
            <pc:sldMk cId="0" sldId="258"/>
            <ac:spMk id="24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50:27.082" v="327" actId="1076"/>
          <ac:spMkLst>
            <pc:docMk/>
            <pc:sldMk cId="0" sldId="258"/>
            <ac:spMk id="25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50:27.082" v="327" actId="1076"/>
          <ac:spMkLst>
            <pc:docMk/>
            <pc:sldMk cId="0" sldId="258"/>
            <ac:spMk id="26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9:00:28.177" v="394" actId="1076"/>
          <ac:spMkLst>
            <pc:docMk/>
            <pc:sldMk cId="0" sldId="258"/>
            <ac:spMk id="27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9:00:28.177" v="394" actId="1076"/>
          <ac:spMkLst>
            <pc:docMk/>
            <pc:sldMk cId="0" sldId="258"/>
            <ac:spMk id="28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9:00:28.177" v="394" actId="1076"/>
          <ac:spMkLst>
            <pc:docMk/>
            <pc:sldMk cId="0" sldId="258"/>
            <ac:spMk id="29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9:00:28.177" v="394" actId="1076"/>
          <ac:spMkLst>
            <pc:docMk/>
            <pc:sldMk cId="0" sldId="258"/>
            <ac:spMk id="30" creationId="{00000000-0000-0000-0000-000000000000}"/>
          </ac:spMkLst>
        </pc:spChg>
      </pc:sldChg>
      <pc:sldChg chg="modSp mod modNotesTx">
        <pc:chgData name="Matthew Rockwell" userId="be3989a97b66b923" providerId="LiveId" clId="{B89F934C-8C3B-4D2B-ADD7-B5452E27AB91}" dt="2026-02-03T20:35:53.208" v="1273" actId="1076"/>
        <pc:sldMkLst>
          <pc:docMk/>
          <pc:sldMk cId="0" sldId="259"/>
        </pc:sldMkLst>
        <pc:spChg chg="mod">
          <ac:chgData name="Matthew Rockwell" userId="be3989a97b66b923" providerId="LiveId" clId="{B89F934C-8C3B-4D2B-ADD7-B5452E27AB91}" dt="2026-02-03T08:26:36.727" v="98" actId="207"/>
          <ac:spMkLst>
            <pc:docMk/>
            <pc:sldMk cId="0" sldId="259"/>
            <ac:spMk id="3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26:48.206" v="99" actId="207"/>
          <ac:spMkLst>
            <pc:docMk/>
            <pc:sldMk cId="0" sldId="259"/>
            <ac:spMk id="8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26:48.206" v="99" actId="207"/>
          <ac:spMkLst>
            <pc:docMk/>
            <pc:sldMk cId="0" sldId="259"/>
            <ac:spMk id="12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26:30.448" v="97" actId="207"/>
          <ac:spMkLst>
            <pc:docMk/>
            <pc:sldMk cId="0" sldId="259"/>
            <ac:spMk id="13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21:29.585" v="58" actId="14100"/>
          <ac:spMkLst>
            <pc:docMk/>
            <pc:sldMk cId="0" sldId="259"/>
            <ac:spMk id="15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24:47.571" v="85" actId="1076"/>
          <ac:spMkLst>
            <pc:docMk/>
            <pc:sldMk cId="0" sldId="259"/>
            <ac:spMk id="16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35:46.496" v="1272" actId="1076"/>
          <ac:spMkLst>
            <pc:docMk/>
            <pc:sldMk cId="0" sldId="259"/>
            <ac:spMk id="17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22:48.637" v="66" actId="1076"/>
          <ac:spMkLst>
            <pc:docMk/>
            <pc:sldMk cId="0" sldId="259"/>
            <ac:spMk id="18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26:48.206" v="99" actId="207"/>
          <ac:spMkLst>
            <pc:docMk/>
            <pc:sldMk cId="0" sldId="259"/>
            <ac:spMk id="19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22:48.637" v="66" actId="1076"/>
          <ac:spMkLst>
            <pc:docMk/>
            <pc:sldMk cId="0" sldId="259"/>
            <ac:spMk id="20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24:41.337" v="84" actId="1076"/>
          <ac:spMkLst>
            <pc:docMk/>
            <pc:sldMk cId="0" sldId="259"/>
            <ac:spMk id="21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35:38.626" v="1271" actId="1076"/>
          <ac:spMkLst>
            <pc:docMk/>
            <pc:sldMk cId="0" sldId="259"/>
            <ac:spMk id="22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24:10.814" v="78" actId="14100"/>
          <ac:spMkLst>
            <pc:docMk/>
            <pc:sldMk cId="0" sldId="259"/>
            <ac:spMk id="23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35:24.544" v="1270" actId="1076"/>
          <ac:spMkLst>
            <pc:docMk/>
            <pc:sldMk cId="0" sldId="259"/>
            <ac:spMk id="24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22:21.678" v="64" actId="14100"/>
          <ac:spMkLst>
            <pc:docMk/>
            <pc:sldMk cId="0" sldId="259"/>
            <ac:spMk id="25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24:37.360" v="83" actId="1076"/>
          <ac:spMkLst>
            <pc:docMk/>
            <pc:sldMk cId="0" sldId="259"/>
            <ac:spMk id="26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35:53.208" v="1273" actId="1076"/>
          <ac:spMkLst>
            <pc:docMk/>
            <pc:sldMk cId="0" sldId="259"/>
            <ac:spMk id="27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22:48.637" v="66" actId="1076"/>
          <ac:spMkLst>
            <pc:docMk/>
            <pc:sldMk cId="0" sldId="259"/>
            <ac:spMk id="28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26:48.206" v="99" actId="207"/>
          <ac:spMkLst>
            <pc:docMk/>
            <pc:sldMk cId="0" sldId="259"/>
            <ac:spMk id="29" creationId="{00000000-0000-0000-0000-000000000000}"/>
          </ac:spMkLst>
        </pc:spChg>
        <pc:graphicFrameChg chg="mod modGraphic">
          <ac:chgData name="Matthew Rockwell" userId="be3989a97b66b923" providerId="LiveId" clId="{B89F934C-8C3B-4D2B-ADD7-B5452E27AB91}" dt="2026-02-03T08:23:12.791" v="69" actId="122"/>
          <ac:graphicFrameMkLst>
            <pc:docMk/>
            <pc:sldMk cId="0" sldId="259"/>
            <ac:graphicFrameMk id="14" creationId="{00000000-0000-0000-0000-000000000000}"/>
          </ac:graphicFrameMkLst>
        </pc:graphicFrameChg>
      </pc:sldChg>
      <pc:sldChg chg="addSp delSp modSp mod modNotesTx">
        <pc:chgData name="Matthew Rockwell" userId="be3989a97b66b923" providerId="LiveId" clId="{B89F934C-8C3B-4D2B-ADD7-B5452E27AB91}" dt="2026-02-03T20:31:34.800" v="1186" actId="20577"/>
        <pc:sldMkLst>
          <pc:docMk/>
          <pc:sldMk cId="0" sldId="260"/>
        </pc:sldMkLst>
        <pc:spChg chg="mod">
          <ac:chgData name="Matthew Rockwell" userId="be3989a97b66b923" providerId="LiveId" clId="{B89F934C-8C3B-4D2B-ADD7-B5452E27AB91}" dt="2026-02-03T19:55:36.285" v="615" actId="207"/>
          <ac:spMkLst>
            <pc:docMk/>
            <pc:sldMk cId="0" sldId="260"/>
            <ac:spMk id="7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5:17.180" v="614" actId="242"/>
          <ac:spMkLst>
            <pc:docMk/>
            <pc:sldMk cId="0" sldId="260"/>
            <ac:spMk id="10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5:36.285" v="615" actId="20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5:04.367" v="612" actId="242"/>
          <ac:spMkLst>
            <pc:docMk/>
            <pc:sldMk cId="0" sldId="260"/>
            <ac:spMk id="14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5:36.285" v="615" actId="207"/>
          <ac:spMkLst>
            <pc:docMk/>
            <pc:sldMk cId="0" sldId="260"/>
            <ac:spMk id="15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5:17.180" v="614" actId="242"/>
          <ac:spMkLst>
            <pc:docMk/>
            <pc:sldMk cId="0" sldId="260"/>
            <ac:spMk id="16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5:36.285" v="615" actId="207"/>
          <ac:spMkLst>
            <pc:docMk/>
            <pc:sldMk cId="0" sldId="260"/>
            <ac:spMk id="19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5:36.285" v="615" actId="207"/>
          <ac:spMkLst>
            <pc:docMk/>
            <pc:sldMk cId="0" sldId="260"/>
            <ac:spMk id="23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5:17.180" v="614" actId="242"/>
          <ac:spMkLst>
            <pc:docMk/>
            <pc:sldMk cId="0" sldId="260"/>
            <ac:spMk id="25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5:04.367" v="612" actId="242"/>
          <ac:spMkLst>
            <pc:docMk/>
            <pc:sldMk cId="0" sldId="260"/>
            <ac:spMk id="26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5:36.285" v="615" actId="207"/>
          <ac:spMkLst>
            <pc:docMk/>
            <pc:sldMk cId="0" sldId="260"/>
            <ac:spMk id="27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5:17.180" v="614" actId="242"/>
          <ac:spMkLst>
            <pc:docMk/>
            <pc:sldMk cId="0" sldId="260"/>
            <ac:spMk id="29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5:36.285" v="615" actId="207"/>
          <ac:spMkLst>
            <pc:docMk/>
            <pc:sldMk cId="0" sldId="260"/>
            <ac:spMk id="31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5:17.180" v="614" actId="242"/>
          <ac:spMkLst>
            <pc:docMk/>
            <pc:sldMk cId="0" sldId="260"/>
            <ac:spMk id="34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5:36.285" v="615" actId="207"/>
          <ac:spMkLst>
            <pc:docMk/>
            <pc:sldMk cId="0" sldId="260"/>
            <ac:spMk id="35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5:17.180" v="614" actId="242"/>
          <ac:spMkLst>
            <pc:docMk/>
            <pc:sldMk cId="0" sldId="260"/>
            <ac:spMk id="38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5:36.285" v="615" actId="207"/>
          <ac:spMkLst>
            <pc:docMk/>
            <pc:sldMk cId="0" sldId="260"/>
            <ac:spMk id="39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46:09.709" v="551" actId="1076"/>
          <ac:spMkLst>
            <pc:docMk/>
            <pc:sldMk cId="0" sldId="260"/>
            <ac:spMk id="40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25:23.555" v="87" actId="1076"/>
          <ac:spMkLst>
            <pc:docMk/>
            <pc:sldMk cId="0" sldId="260"/>
            <ac:spMk id="41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0:32.880" v="581" actId="1076"/>
          <ac:spMkLst>
            <pc:docMk/>
            <pc:sldMk cId="0" sldId="260"/>
            <ac:spMk id="42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0:44.608" v="582" actId="1076"/>
          <ac:spMkLst>
            <pc:docMk/>
            <pc:sldMk cId="0" sldId="260"/>
            <ac:spMk id="43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25:23.555" v="87" actId="1076"/>
          <ac:spMkLst>
            <pc:docMk/>
            <pc:sldMk cId="0" sldId="260"/>
            <ac:spMk id="44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0:32.880" v="581" actId="1076"/>
          <ac:spMkLst>
            <pc:docMk/>
            <pc:sldMk cId="0" sldId="260"/>
            <ac:spMk id="45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0:44.608" v="582" actId="1076"/>
          <ac:spMkLst>
            <pc:docMk/>
            <pc:sldMk cId="0" sldId="260"/>
            <ac:spMk id="46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0:32.880" v="581" actId="1076"/>
          <ac:spMkLst>
            <pc:docMk/>
            <pc:sldMk cId="0" sldId="260"/>
            <ac:spMk id="48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0:44.608" v="582" actId="1076"/>
          <ac:spMkLst>
            <pc:docMk/>
            <pc:sldMk cId="0" sldId="260"/>
            <ac:spMk id="49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5:17.180" v="614" actId="242"/>
          <ac:spMkLst>
            <pc:docMk/>
            <pc:sldMk cId="0" sldId="260"/>
            <ac:spMk id="51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0:44.608" v="582" actId="1076"/>
          <ac:spMkLst>
            <pc:docMk/>
            <pc:sldMk cId="0" sldId="260"/>
            <ac:spMk id="52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49:39.153" v="578" actId="1076"/>
          <ac:spMkLst>
            <pc:docMk/>
            <pc:sldMk cId="0" sldId="260"/>
            <ac:spMk id="53" creationId="{00000000-0000-0000-0000-000000000000}"/>
          </ac:spMkLst>
        </pc:spChg>
        <pc:spChg chg="add mod">
          <ac:chgData name="Matthew Rockwell" userId="be3989a97b66b923" providerId="LiveId" clId="{B89F934C-8C3B-4D2B-ADD7-B5452E27AB91}" dt="2026-02-03T19:50:06.349" v="580" actId="948"/>
          <ac:spMkLst>
            <pc:docMk/>
            <pc:sldMk cId="0" sldId="260"/>
            <ac:spMk id="55" creationId="{B4CD9FB4-8EDA-CD65-5A19-F25B2E83691A}"/>
          </ac:spMkLst>
        </pc:spChg>
        <pc:spChg chg="add del mod">
          <ac:chgData name="Matthew Rockwell" userId="be3989a97b66b923" providerId="LiveId" clId="{B89F934C-8C3B-4D2B-ADD7-B5452E27AB91}" dt="2026-02-03T19:47:32.905" v="567" actId="478"/>
          <ac:spMkLst>
            <pc:docMk/>
            <pc:sldMk cId="0" sldId="260"/>
            <ac:spMk id="56" creationId="{D7100D82-DC34-BDC5-93B6-363781A3310B}"/>
          </ac:spMkLst>
        </pc:spChg>
        <pc:spChg chg="add del">
          <ac:chgData name="Matthew Rockwell" userId="be3989a97b66b923" providerId="LiveId" clId="{B89F934C-8C3B-4D2B-ADD7-B5452E27AB91}" dt="2026-02-03T19:51:19.201" v="584" actId="478"/>
          <ac:spMkLst>
            <pc:docMk/>
            <pc:sldMk cId="0" sldId="260"/>
            <ac:spMk id="57" creationId="{D8B0E346-3C07-DD60-EFD4-038875751749}"/>
          </ac:spMkLst>
        </pc:spChg>
        <pc:spChg chg="add mod">
          <ac:chgData name="Matthew Rockwell" userId="be3989a97b66b923" providerId="LiveId" clId="{B89F934C-8C3B-4D2B-ADD7-B5452E27AB91}" dt="2026-02-03T19:55:47.578" v="616" actId="208"/>
          <ac:spMkLst>
            <pc:docMk/>
            <pc:sldMk cId="0" sldId="260"/>
            <ac:spMk id="63" creationId="{022A7E07-DC45-A9B9-6AAE-80499F5910C5}"/>
          </ac:spMkLst>
        </pc:spChg>
        <pc:cxnChg chg="add del mod">
          <ac:chgData name="Matthew Rockwell" userId="be3989a97b66b923" providerId="LiveId" clId="{B89F934C-8C3B-4D2B-ADD7-B5452E27AB91}" dt="2026-02-03T19:51:51.463" v="589" actId="478"/>
          <ac:cxnSpMkLst>
            <pc:docMk/>
            <pc:sldMk cId="0" sldId="260"/>
            <ac:cxnSpMk id="59" creationId="{504503C5-C1C9-EBF9-C43F-5173945C587F}"/>
          </ac:cxnSpMkLst>
        </pc:cxnChg>
      </pc:sldChg>
      <pc:sldChg chg="modSp mod ord modNotesTx">
        <pc:chgData name="Matthew Rockwell" userId="be3989a97b66b923" providerId="LiveId" clId="{B89F934C-8C3B-4D2B-ADD7-B5452E27AB91}" dt="2026-02-03T20:34:53.610" v="1266"/>
        <pc:sldMkLst>
          <pc:docMk/>
          <pc:sldMk cId="0" sldId="261"/>
        </pc:sldMkLst>
        <pc:spChg chg="mod">
          <ac:chgData name="Matthew Rockwell" userId="be3989a97b66b923" providerId="LiveId" clId="{B89F934C-8C3B-4D2B-ADD7-B5452E27AB91}" dt="2026-02-03T20:00:39.379" v="634" actId="1076"/>
          <ac:spMkLst>
            <pc:docMk/>
            <pc:sldMk cId="0" sldId="261"/>
            <ac:spMk id="4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00:39.379" v="634" actId="1076"/>
          <ac:spMkLst>
            <pc:docMk/>
            <pc:sldMk cId="0" sldId="261"/>
            <ac:spMk id="5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00:39.379" v="634" actId="1076"/>
          <ac:spMkLst>
            <pc:docMk/>
            <pc:sldMk cId="0" sldId="261"/>
            <ac:spMk id="6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00:39.379" v="634" actId="1076"/>
          <ac:spMkLst>
            <pc:docMk/>
            <pc:sldMk cId="0" sldId="261"/>
            <ac:spMk id="7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00:39.379" v="634" actId="1076"/>
          <ac:spMkLst>
            <pc:docMk/>
            <pc:sldMk cId="0" sldId="261"/>
            <ac:spMk id="8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00:39.379" v="634" actId="1076"/>
          <ac:spMkLst>
            <pc:docMk/>
            <pc:sldMk cId="0" sldId="261"/>
            <ac:spMk id="9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00:59.326" v="636" actId="207"/>
          <ac:spMkLst>
            <pc:docMk/>
            <pc:sldMk cId="0" sldId="261"/>
            <ac:spMk id="10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7:19.713" v="620" actId="1076"/>
          <ac:spMkLst>
            <pc:docMk/>
            <pc:sldMk cId="0" sldId="261"/>
            <ac:spMk id="11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7:19.713" v="620" actId="1076"/>
          <ac:spMkLst>
            <pc:docMk/>
            <pc:sldMk cId="0" sldId="261"/>
            <ac:spMk id="12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7:19.713" v="620" actId="1076"/>
          <ac:spMkLst>
            <pc:docMk/>
            <pc:sldMk cId="0" sldId="261"/>
            <ac:spMk id="13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7:19.713" v="620" actId="1076"/>
          <ac:spMkLst>
            <pc:docMk/>
            <pc:sldMk cId="0" sldId="261"/>
            <ac:spMk id="14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7:19.713" v="620" actId="1076"/>
          <ac:spMkLst>
            <pc:docMk/>
            <pc:sldMk cId="0" sldId="261"/>
            <ac:spMk id="15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6:49.273" v="619" actId="1076"/>
          <ac:spMkLst>
            <pc:docMk/>
            <pc:sldMk cId="0" sldId="261"/>
            <ac:spMk id="16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7:19.713" v="620" actId="1076"/>
          <ac:spMkLst>
            <pc:docMk/>
            <pc:sldMk cId="0" sldId="261"/>
            <ac:spMk id="17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7:19.713" v="620" actId="1076"/>
          <ac:spMkLst>
            <pc:docMk/>
            <pc:sldMk cId="0" sldId="261"/>
            <ac:spMk id="18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6:49.273" v="619" actId="1076"/>
          <ac:spMkLst>
            <pc:docMk/>
            <pc:sldMk cId="0" sldId="261"/>
            <ac:spMk id="19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6:49.273" v="619" actId="1076"/>
          <ac:spMkLst>
            <pc:docMk/>
            <pc:sldMk cId="0" sldId="261"/>
            <ac:spMk id="20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6:36.031" v="618" actId="1076"/>
          <ac:spMkLst>
            <pc:docMk/>
            <pc:sldMk cId="0" sldId="261"/>
            <ac:spMk id="21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6:36.031" v="618" actId="1076"/>
          <ac:spMkLst>
            <pc:docMk/>
            <pc:sldMk cId="0" sldId="261"/>
            <ac:spMk id="22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7:19.713" v="620" actId="1076"/>
          <ac:spMkLst>
            <pc:docMk/>
            <pc:sldMk cId="0" sldId="261"/>
            <ac:spMk id="23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6:36.031" v="618" actId="1076"/>
          <ac:spMkLst>
            <pc:docMk/>
            <pc:sldMk cId="0" sldId="261"/>
            <ac:spMk id="24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7:19.713" v="620" actId="1076"/>
          <ac:spMkLst>
            <pc:docMk/>
            <pc:sldMk cId="0" sldId="261"/>
            <ac:spMk id="25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7:33.217" v="622" actId="20577"/>
          <ac:spMkLst>
            <pc:docMk/>
            <pc:sldMk cId="0" sldId="261"/>
            <ac:spMk id="26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57:19.713" v="620" actId="1076"/>
          <ac:spMkLst>
            <pc:docMk/>
            <pc:sldMk cId="0" sldId="261"/>
            <ac:spMk id="27" creationId="{00000000-0000-0000-0000-000000000000}"/>
          </ac:spMkLst>
        </pc:spChg>
      </pc:sldChg>
      <pc:sldChg chg="modSp mod ord modNotesTx">
        <pc:chgData name="Matthew Rockwell" userId="be3989a97b66b923" providerId="LiveId" clId="{B89F934C-8C3B-4D2B-ADD7-B5452E27AB91}" dt="2026-02-03T20:36:32.610" v="1275"/>
        <pc:sldMkLst>
          <pc:docMk/>
          <pc:sldMk cId="0" sldId="262"/>
        </pc:sldMkLst>
        <pc:spChg chg="mod">
          <ac:chgData name="Matthew Rockwell" userId="be3989a97b66b923" providerId="LiveId" clId="{B89F934C-8C3B-4D2B-ADD7-B5452E27AB91}" dt="2026-02-03T08:53:36.710" v="352" actId="1076"/>
          <ac:spMkLst>
            <pc:docMk/>
            <pc:sldMk cId="0" sldId="262"/>
            <ac:spMk id="3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53:03.597" v="348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04:14.964" v="642" actId="1076"/>
          <ac:spMkLst>
            <pc:docMk/>
            <pc:sldMk cId="0" sldId="262"/>
            <ac:spMk id="9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04:14.964" v="642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52:45.608" v="346" actId="242"/>
          <ac:spMkLst>
            <pc:docMk/>
            <pc:sldMk cId="0" sldId="262"/>
            <ac:spMk id="11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53:03.597" v="348" actId="1076"/>
          <ac:spMkLst>
            <pc:docMk/>
            <pc:sldMk cId="0" sldId="262"/>
            <ac:spMk id="15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04:14.964" v="642" actId="1076"/>
          <ac:spMkLst>
            <pc:docMk/>
            <pc:sldMk cId="0" sldId="262"/>
            <ac:spMk id="16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04:14.964" v="642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52:45.608" v="346" actId="242"/>
          <ac:spMkLst>
            <pc:docMk/>
            <pc:sldMk cId="0" sldId="262"/>
            <ac:spMk id="18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53:03.597" v="348" actId="1076"/>
          <ac:spMkLst>
            <pc:docMk/>
            <pc:sldMk cId="0" sldId="262"/>
            <ac:spMk id="22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04:14.964" v="642" actId="1076"/>
          <ac:spMkLst>
            <pc:docMk/>
            <pc:sldMk cId="0" sldId="262"/>
            <ac:spMk id="23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04:14.964" v="642" actId="1076"/>
          <ac:spMkLst>
            <pc:docMk/>
            <pc:sldMk cId="0" sldId="262"/>
            <ac:spMk id="24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52:45.608" v="346" actId="242"/>
          <ac:spMkLst>
            <pc:docMk/>
            <pc:sldMk cId="0" sldId="262"/>
            <ac:spMk id="25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53:03.597" v="348" actId="1076"/>
          <ac:spMkLst>
            <pc:docMk/>
            <pc:sldMk cId="0" sldId="262"/>
            <ac:spMk id="29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04:14.964" v="642" actId="1076"/>
          <ac:spMkLst>
            <pc:docMk/>
            <pc:sldMk cId="0" sldId="262"/>
            <ac:spMk id="30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04:14.964" v="642" actId="1076"/>
          <ac:spMkLst>
            <pc:docMk/>
            <pc:sldMk cId="0" sldId="262"/>
            <ac:spMk id="31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31:43.366" v="142" actId="207"/>
          <ac:spMkLst>
            <pc:docMk/>
            <pc:sldMk cId="0" sldId="262"/>
            <ac:spMk id="32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33:06.137" v="1221" actId="1076"/>
          <ac:spMkLst>
            <pc:docMk/>
            <pc:sldMk cId="0" sldId="262"/>
            <ac:spMk id="33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33:06.137" v="1221" actId="1076"/>
          <ac:spMkLst>
            <pc:docMk/>
            <pc:sldMk cId="0" sldId="262"/>
            <ac:spMk id="34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33:06.137" v="1221" actId="1076"/>
          <ac:spMkLst>
            <pc:docMk/>
            <pc:sldMk cId="0" sldId="262"/>
            <ac:spMk id="35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33:06.137" v="1221" actId="1076"/>
          <ac:spMkLst>
            <pc:docMk/>
            <pc:sldMk cId="0" sldId="262"/>
            <ac:spMk id="36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33:06.137" v="1221" actId="1076"/>
          <ac:spMkLst>
            <pc:docMk/>
            <pc:sldMk cId="0" sldId="262"/>
            <ac:spMk id="37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33:06.137" v="1221" actId="1076"/>
          <ac:spMkLst>
            <pc:docMk/>
            <pc:sldMk cId="0" sldId="262"/>
            <ac:spMk id="38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33:06.137" v="1221" actId="1076"/>
          <ac:spMkLst>
            <pc:docMk/>
            <pc:sldMk cId="0" sldId="262"/>
            <ac:spMk id="39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33:06.137" v="1221" actId="1076"/>
          <ac:spMkLst>
            <pc:docMk/>
            <pc:sldMk cId="0" sldId="262"/>
            <ac:spMk id="40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33:06.137" v="1221" actId="1076"/>
          <ac:spMkLst>
            <pc:docMk/>
            <pc:sldMk cId="0" sldId="262"/>
            <ac:spMk id="41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33:06.137" v="1221" actId="1076"/>
          <ac:spMkLst>
            <pc:docMk/>
            <pc:sldMk cId="0" sldId="262"/>
            <ac:spMk id="42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32:06.620" v="1219" actId="403"/>
          <ac:spMkLst>
            <pc:docMk/>
            <pc:sldMk cId="0" sldId="262"/>
            <ac:spMk id="43" creationId="{00000000-0000-0000-0000-000000000000}"/>
          </ac:spMkLst>
        </pc:spChg>
      </pc:sldChg>
      <pc:sldChg chg="modSp mod modNotesTx">
        <pc:chgData name="Matthew Rockwell" userId="be3989a97b66b923" providerId="LiveId" clId="{B89F934C-8C3B-4D2B-ADD7-B5452E27AB91}" dt="2026-02-03T20:33:44.404" v="1232" actId="20577"/>
        <pc:sldMkLst>
          <pc:docMk/>
          <pc:sldMk cId="0" sldId="263"/>
        </pc:sldMkLst>
        <pc:spChg chg="mod">
          <ac:chgData name="Matthew Rockwell" userId="be3989a97b66b923" providerId="LiveId" clId="{B89F934C-8C3B-4D2B-ADD7-B5452E27AB91}" dt="2026-02-03T08:33:03.156" v="153" actId="207"/>
          <ac:spMkLst>
            <pc:docMk/>
            <pc:sldMk cId="0" sldId="263"/>
            <ac:spMk id="4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32:58.692" v="152" actId="207"/>
          <ac:spMkLst>
            <pc:docMk/>
            <pc:sldMk cId="0" sldId="263"/>
            <ac:spMk id="6" creationId="{00000000-0000-0000-0000-000000000000}"/>
          </ac:spMkLst>
        </pc:spChg>
        <pc:graphicFrameChg chg="mod modGraphic">
          <ac:chgData name="Matthew Rockwell" userId="be3989a97b66b923" providerId="LiveId" clId="{B89F934C-8C3B-4D2B-ADD7-B5452E27AB91}" dt="2026-02-03T20:05:26.087" v="650" actId="27107"/>
          <ac:graphicFrameMkLst>
            <pc:docMk/>
            <pc:sldMk cId="0" sldId="263"/>
            <ac:graphicFrameMk id="5" creationId="{00000000-0000-0000-0000-000000000000}"/>
          </ac:graphicFrameMkLst>
        </pc:graphicFrameChg>
        <pc:graphicFrameChg chg="modGraphic">
          <ac:chgData name="Matthew Rockwell" userId="be3989a97b66b923" providerId="LiveId" clId="{B89F934C-8C3B-4D2B-ADD7-B5452E27AB91}" dt="2026-02-03T08:53:55.399" v="354" actId="207"/>
          <ac:graphicFrameMkLst>
            <pc:docMk/>
            <pc:sldMk cId="0" sldId="263"/>
            <ac:graphicFrameMk id="7" creationId="{00000000-0000-0000-0000-000000000000}"/>
          </ac:graphicFrameMkLst>
        </pc:graphicFrameChg>
      </pc:sldChg>
      <pc:sldChg chg="addSp delSp modSp mod modNotesTx">
        <pc:chgData name="Matthew Rockwell" userId="be3989a97b66b923" providerId="LiveId" clId="{B89F934C-8C3B-4D2B-ADD7-B5452E27AB91}" dt="2026-02-03T20:34:19.439" v="1257" actId="20577"/>
        <pc:sldMkLst>
          <pc:docMk/>
          <pc:sldMk cId="0" sldId="264"/>
        </pc:sldMkLst>
        <pc:spChg chg="mod">
          <ac:chgData name="Matthew Rockwell" userId="be3989a97b66b923" providerId="LiveId" clId="{B89F934C-8C3B-4D2B-ADD7-B5452E27AB91}" dt="2026-02-03T08:35:52.122" v="173" actId="207"/>
          <ac:spMkLst>
            <pc:docMk/>
            <pc:sldMk cId="0" sldId="264"/>
            <ac:spMk id="3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33:32.811" v="154" actId="1076"/>
          <ac:spMkLst>
            <pc:docMk/>
            <pc:sldMk cId="0" sldId="264"/>
            <ac:spMk id="7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06:44.899" v="657" actId="1076"/>
          <ac:spMkLst>
            <pc:docMk/>
            <pc:sldMk cId="0" sldId="264"/>
            <ac:spMk id="10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34:19.587" v="159" actId="1076"/>
          <ac:spMkLst>
            <pc:docMk/>
            <pc:sldMk cId="0" sldId="264"/>
            <ac:spMk id="12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06:39.075" v="656" actId="1076"/>
          <ac:spMkLst>
            <pc:docMk/>
            <pc:sldMk cId="0" sldId="264"/>
            <ac:spMk id="15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33:44.407" v="156" actId="1076"/>
          <ac:spMkLst>
            <pc:docMk/>
            <pc:sldMk cId="0" sldId="264"/>
            <ac:spMk id="17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06:30.880" v="655" actId="1076"/>
          <ac:spMkLst>
            <pc:docMk/>
            <pc:sldMk cId="0" sldId="264"/>
            <ac:spMk id="20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33:56.344" v="157" actId="1076"/>
          <ac:spMkLst>
            <pc:docMk/>
            <pc:sldMk cId="0" sldId="264"/>
            <ac:spMk id="22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35:23.010" v="169" actId="207"/>
          <ac:spMkLst>
            <pc:docMk/>
            <pc:sldMk cId="0" sldId="264"/>
            <ac:spMk id="25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33:56.344" v="157" actId="1076"/>
          <ac:spMkLst>
            <pc:docMk/>
            <pc:sldMk cId="0" sldId="264"/>
            <ac:spMk id="27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35:23.010" v="169" actId="207"/>
          <ac:spMkLst>
            <pc:docMk/>
            <pc:sldMk cId="0" sldId="264"/>
            <ac:spMk id="30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33:56.344" v="157" actId="1076"/>
          <ac:spMkLst>
            <pc:docMk/>
            <pc:sldMk cId="0" sldId="264"/>
            <ac:spMk id="32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06:21.109" v="654" actId="1076"/>
          <ac:spMkLst>
            <pc:docMk/>
            <pc:sldMk cId="0" sldId="264"/>
            <ac:spMk id="35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33:58.258" v="409" actId="1076"/>
          <ac:spMkLst>
            <pc:docMk/>
            <pc:sldMk cId="0" sldId="264"/>
            <ac:spMk id="36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33:58.258" v="409" actId="1076"/>
          <ac:spMkLst>
            <pc:docMk/>
            <pc:sldMk cId="0" sldId="264"/>
            <ac:spMk id="37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33:58.258" v="409" actId="1076"/>
          <ac:spMkLst>
            <pc:docMk/>
            <pc:sldMk cId="0" sldId="264"/>
            <ac:spMk id="38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33:58.258" v="409" actId="1076"/>
          <ac:spMkLst>
            <pc:docMk/>
            <pc:sldMk cId="0" sldId="264"/>
            <ac:spMk id="39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33:58.258" v="409" actId="1076"/>
          <ac:spMkLst>
            <pc:docMk/>
            <pc:sldMk cId="0" sldId="264"/>
            <ac:spMk id="40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33:58.258" v="409" actId="1076"/>
          <ac:spMkLst>
            <pc:docMk/>
            <pc:sldMk cId="0" sldId="264"/>
            <ac:spMk id="41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33:58.258" v="409" actId="1076"/>
          <ac:spMkLst>
            <pc:docMk/>
            <pc:sldMk cId="0" sldId="264"/>
            <ac:spMk id="42" creationId="{00000000-0000-0000-0000-000000000000}"/>
          </ac:spMkLst>
        </pc:spChg>
        <pc:spChg chg="del mod">
          <ac:chgData name="Matthew Rockwell" userId="be3989a97b66b923" providerId="LiveId" clId="{B89F934C-8C3B-4D2B-ADD7-B5452E27AB91}" dt="2026-02-03T19:34:18.536" v="412" actId="478"/>
          <ac:spMkLst>
            <pc:docMk/>
            <pc:sldMk cId="0" sldId="264"/>
            <ac:spMk id="43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34:01.159" v="410" actId="1076"/>
          <ac:spMkLst>
            <pc:docMk/>
            <pc:sldMk cId="0" sldId="264"/>
            <ac:spMk id="44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34:54.708" v="165" actId="1076"/>
          <ac:spMkLst>
            <pc:docMk/>
            <pc:sldMk cId="0" sldId="264"/>
            <ac:spMk id="47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36:09.103" v="174" actId="207"/>
          <ac:spMkLst>
            <pc:docMk/>
            <pc:sldMk cId="0" sldId="264"/>
            <ac:spMk id="49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34:48.275" v="164" actId="1076"/>
          <ac:spMkLst>
            <pc:docMk/>
            <pc:sldMk cId="0" sldId="264"/>
            <ac:spMk id="51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36:09.103" v="174" actId="207"/>
          <ac:spMkLst>
            <pc:docMk/>
            <pc:sldMk cId="0" sldId="264"/>
            <ac:spMk id="53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34:35.086" v="161" actId="1076"/>
          <ac:spMkLst>
            <pc:docMk/>
            <pc:sldMk cId="0" sldId="264"/>
            <ac:spMk id="55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31:15.315" v="397" actId="1076"/>
          <ac:spMkLst>
            <pc:docMk/>
            <pc:sldMk cId="0" sldId="264"/>
            <ac:spMk id="56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36:09.103" v="174" actId="207"/>
          <ac:spMkLst>
            <pc:docMk/>
            <pc:sldMk cId="0" sldId="264"/>
            <ac:spMk id="57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34:29.353" v="160" actId="1076"/>
          <ac:spMkLst>
            <pc:docMk/>
            <pc:sldMk cId="0" sldId="264"/>
            <ac:spMk id="59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36:09.103" v="174" actId="207"/>
          <ac:spMkLst>
            <pc:docMk/>
            <pc:sldMk cId="0" sldId="264"/>
            <ac:spMk id="61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09:07.027" v="840" actId="14100"/>
          <ac:spMkLst>
            <pc:docMk/>
            <pc:sldMk cId="0" sldId="264"/>
            <ac:spMk id="62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54:56.194" v="359" actId="1076"/>
          <ac:spMkLst>
            <pc:docMk/>
            <pc:sldMk cId="0" sldId="264"/>
            <ac:spMk id="63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55:33.298" v="369" actId="1076"/>
          <ac:spMkLst>
            <pc:docMk/>
            <pc:sldMk cId="0" sldId="264"/>
            <ac:spMk id="64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55:57.757" v="374" actId="1076"/>
          <ac:spMkLst>
            <pc:docMk/>
            <pc:sldMk cId="0" sldId="264"/>
            <ac:spMk id="65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19:31:38.015" v="398" actId="1076"/>
          <ac:spMkLst>
            <pc:docMk/>
            <pc:sldMk cId="0" sldId="264"/>
            <ac:spMk id="66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09:20.166" v="841" actId="1076"/>
          <ac:spMkLst>
            <pc:docMk/>
            <pc:sldMk cId="0" sldId="264"/>
            <ac:spMk id="67" creationId="{00000000-0000-0000-0000-000000000000}"/>
          </ac:spMkLst>
        </pc:spChg>
        <pc:spChg chg="add del mod">
          <ac:chgData name="Matthew Rockwell" userId="be3989a97b66b923" providerId="LiveId" clId="{B89F934C-8C3B-4D2B-ADD7-B5452E27AB91}" dt="2026-02-03T19:34:12.998" v="411" actId="478"/>
          <ac:spMkLst>
            <pc:docMk/>
            <pc:sldMk cId="0" sldId="264"/>
            <ac:spMk id="69" creationId="{66809538-DD93-03C7-3FC7-6577EF7E4956}"/>
          </ac:spMkLst>
        </pc:spChg>
        <pc:spChg chg="add mod">
          <ac:chgData name="Matthew Rockwell" userId="be3989a97b66b923" providerId="LiveId" clId="{B89F934C-8C3B-4D2B-ADD7-B5452E27AB91}" dt="2026-02-03T19:33:58.258" v="409" actId="1076"/>
          <ac:spMkLst>
            <pc:docMk/>
            <pc:sldMk cId="0" sldId="264"/>
            <ac:spMk id="70" creationId="{69DD6251-175D-2795-A40E-3C118E124D93}"/>
          </ac:spMkLst>
        </pc:spChg>
        <pc:spChg chg="add mod">
          <ac:chgData name="Matthew Rockwell" userId="be3989a97b66b923" providerId="LiveId" clId="{B89F934C-8C3B-4D2B-ADD7-B5452E27AB91}" dt="2026-02-03T20:09:29.526" v="842" actId="14100"/>
          <ac:spMkLst>
            <pc:docMk/>
            <pc:sldMk cId="0" sldId="264"/>
            <ac:spMk id="71" creationId="{839FB0E2-DAB6-083A-AA0D-EC231084F07E}"/>
          </ac:spMkLst>
        </pc:spChg>
        <pc:spChg chg="add mod">
          <ac:chgData name="Matthew Rockwell" userId="be3989a97b66b923" providerId="LiveId" clId="{B89F934C-8C3B-4D2B-ADD7-B5452E27AB91}" dt="2026-02-03T20:08:41.323" v="835" actId="207"/>
          <ac:spMkLst>
            <pc:docMk/>
            <pc:sldMk cId="0" sldId="264"/>
            <ac:spMk id="72" creationId="{3EA87A69-23E3-BE74-EC31-F3F821846D1A}"/>
          </ac:spMkLst>
        </pc:spChg>
      </pc:sldChg>
      <pc:sldChg chg="delSp modSp mod modNotesTx">
        <pc:chgData name="Matthew Rockwell" userId="be3989a97b66b923" providerId="LiveId" clId="{B89F934C-8C3B-4D2B-ADD7-B5452E27AB91}" dt="2026-02-03T20:34:31.824" v="1264" actId="20577"/>
        <pc:sldMkLst>
          <pc:docMk/>
          <pc:sldMk cId="0" sldId="265"/>
        </pc:sldMkLst>
        <pc:spChg chg="mod">
          <ac:chgData name="Matthew Rockwell" userId="be3989a97b66b923" providerId="LiveId" clId="{B89F934C-8C3B-4D2B-ADD7-B5452E27AB91}" dt="2026-02-03T20:21:44.953" v="969" actId="20577"/>
          <ac:spMkLst>
            <pc:docMk/>
            <pc:sldMk cId="0" sldId="265"/>
            <ac:spMk id="3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26:34.178" v="1088" actId="20577"/>
          <ac:spMkLst>
            <pc:docMk/>
            <pc:sldMk cId="0" sldId="265"/>
            <ac:spMk id="5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58:07.691" v="383" actId="14100"/>
          <ac:spMkLst>
            <pc:docMk/>
            <pc:sldMk cId="0" sldId="265"/>
            <ac:spMk id="6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58:44.546" v="387" actId="1076"/>
          <ac:spMkLst>
            <pc:docMk/>
            <pc:sldMk cId="0" sldId="265"/>
            <ac:spMk id="7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58:07.691" v="383" actId="14100"/>
          <ac:spMkLst>
            <pc:docMk/>
            <pc:sldMk cId="0" sldId="265"/>
            <ac:spMk id="8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58:39.268" v="386" actId="1076"/>
          <ac:spMkLst>
            <pc:docMk/>
            <pc:sldMk cId="0" sldId="265"/>
            <ac:spMk id="9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58:07.691" v="383" actId="14100"/>
          <ac:spMkLst>
            <pc:docMk/>
            <pc:sldMk cId="0" sldId="265"/>
            <ac:spMk id="10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58:26.978" v="384" actId="1076"/>
          <ac:spMkLst>
            <pc:docMk/>
            <pc:sldMk cId="0" sldId="265"/>
            <ac:spMk id="11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58:07.691" v="383" actId="14100"/>
          <ac:spMkLst>
            <pc:docMk/>
            <pc:sldMk cId="0" sldId="265"/>
            <ac:spMk id="12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58:30.568" v="385" actId="1076"/>
          <ac:spMkLst>
            <pc:docMk/>
            <pc:sldMk cId="0" sldId="265"/>
            <ac:spMk id="13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22:20.218" v="986" actId="20577"/>
          <ac:spMkLst>
            <pc:docMk/>
            <pc:sldMk cId="0" sldId="265"/>
            <ac:spMk id="17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43:11.455" v="255" actId="1076"/>
          <ac:spMkLst>
            <pc:docMk/>
            <pc:sldMk cId="0" sldId="265"/>
            <ac:spMk id="18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43:11.455" v="255" actId="1076"/>
          <ac:spMkLst>
            <pc:docMk/>
            <pc:sldMk cId="0" sldId="265"/>
            <ac:spMk id="19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43:11.455" v="255" actId="1076"/>
          <ac:spMkLst>
            <pc:docMk/>
            <pc:sldMk cId="0" sldId="265"/>
            <ac:spMk id="20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22:47.957" v="1001" actId="20577"/>
          <ac:spMkLst>
            <pc:docMk/>
            <pc:sldMk cId="0" sldId="265"/>
            <ac:spMk id="21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43:20.946" v="256" actId="1076"/>
          <ac:spMkLst>
            <pc:docMk/>
            <pc:sldMk cId="0" sldId="265"/>
            <ac:spMk id="22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43:20.946" v="256" actId="1076"/>
          <ac:spMkLst>
            <pc:docMk/>
            <pc:sldMk cId="0" sldId="265"/>
            <ac:spMk id="23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43:20.946" v="256" actId="1076"/>
          <ac:spMkLst>
            <pc:docMk/>
            <pc:sldMk cId="0" sldId="265"/>
            <ac:spMk id="24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23:01.248" v="1016" actId="20577"/>
          <ac:spMkLst>
            <pc:docMk/>
            <pc:sldMk cId="0" sldId="265"/>
            <ac:spMk id="25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42:45.889" v="253" actId="1076"/>
          <ac:spMkLst>
            <pc:docMk/>
            <pc:sldMk cId="0" sldId="265"/>
            <ac:spMk id="26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42:45.889" v="253" actId="1076"/>
          <ac:spMkLst>
            <pc:docMk/>
            <pc:sldMk cId="0" sldId="265"/>
            <ac:spMk id="27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42:45.889" v="253" actId="1076"/>
          <ac:spMkLst>
            <pc:docMk/>
            <pc:sldMk cId="0" sldId="265"/>
            <ac:spMk id="28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23:43.501" v="1035" actId="20577"/>
          <ac:spMkLst>
            <pc:docMk/>
            <pc:sldMk cId="0" sldId="265"/>
            <ac:spMk id="29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42:19.888" v="252" actId="207"/>
          <ac:spMkLst>
            <pc:docMk/>
            <pc:sldMk cId="0" sldId="265"/>
            <ac:spMk id="30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24:57.921" v="1042" actId="1076"/>
          <ac:spMkLst>
            <pc:docMk/>
            <pc:sldMk cId="0" sldId="265"/>
            <ac:spMk id="32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24:57.921" v="1042" actId="1076"/>
          <ac:spMkLst>
            <pc:docMk/>
            <pc:sldMk cId="0" sldId="265"/>
            <ac:spMk id="33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24:57.921" v="1042" actId="1076"/>
          <ac:spMkLst>
            <pc:docMk/>
            <pc:sldMk cId="0" sldId="265"/>
            <ac:spMk id="35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11:15.057" v="848" actId="207"/>
          <ac:spMkLst>
            <pc:docMk/>
            <pc:sldMk cId="0" sldId="265"/>
            <ac:spMk id="36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24:57.921" v="1042" actId="1076"/>
          <ac:spMkLst>
            <pc:docMk/>
            <pc:sldMk cId="0" sldId="265"/>
            <ac:spMk id="37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24:57.921" v="1042" actId="1076"/>
          <ac:spMkLst>
            <pc:docMk/>
            <pc:sldMk cId="0" sldId="265"/>
            <ac:spMk id="38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24:57.921" v="1042" actId="1076"/>
          <ac:spMkLst>
            <pc:docMk/>
            <pc:sldMk cId="0" sldId="265"/>
            <ac:spMk id="39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24:57.921" v="1042" actId="1076"/>
          <ac:spMkLst>
            <pc:docMk/>
            <pc:sldMk cId="0" sldId="265"/>
            <ac:spMk id="40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10:28.640" v="843" actId="1076"/>
          <ac:spMkLst>
            <pc:docMk/>
            <pc:sldMk cId="0" sldId="265"/>
            <ac:spMk id="41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24:57.921" v="1042" actId="1076"/>
          <ac:spMkLst>
            <pc:docMk/>
            <pc:sldMk cId="0" sldId="265"/>
            <ac:spMk id="42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24:57.921" v="1042" actId="1076"/>
          <ac:spMkLst>
            <pc:docMk/>
            <pc:sldMk cId="0" sldId="265"/>
            <ac:spMk id="43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10:28.640" v="843" actId="1076"/>
          <ac:spMkLst>
            <pc:docMk/>
            <pc:sldMk cId="0" sldId="265"/>
            <ac:spMk id="44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24:57.921" v="1042" actId="1076"/>
          <ac:spMkLst>
            <pc:docMk/>
            <pc:sldMk cId="0" sldId="265"/>
            <ac:spMk id="45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24:43.398" v="1041" actId="14100"/>
          <ac:spMkLst>
            <pc:docMk/>
            <pc:sldMk cId="0" sldId="265"/>
            <ac:spMk id="46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24:21.174" v="1036" actId="1076"/>
          <ac:spMkLst>
            <pc:docMk/>
            <pc:sldMk cId="0" sldId="265"/>
            <ac:spMk id="47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40:51.797" v="245" actId="1076"/>
          <ac:spMkLst>
            <pc:docMk/>
            <pc:sldMk cId="0" sldId="265"/>
            <ac:spMk id="48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40:51.797" v="245" actId="1076"/>
          <ac:spMkLst>
            <pc:docMk/>
            <pc:sldMk cId="0" sldId="265"/>
            <ac:spMk id="49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40:51.797" v="245" actId="1076"/>
          <ac:spMkLst>
            <pc:docMk/>
            <pc:sldMk cId="0" sldId="265"/>
            <ac:spMk id="50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40:51.797" v="245" actId="1076"/>
          <ac:spMkLst>
            <pc:docMk/>
            <pc:sldMk cId="0" sldId="265"/>
            <ac:spMk id="51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40:51.797" v="245" actId="1076"/>
          <ac:spMkLst>
            <pc:docMk/>
            <pc:sldMk cId="0" sldId="265"/>
            <ac:spMk id="52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40:51.797" v="245" actId="1076"/>
          <ac:spMkLst>
            <pc:docMk/>
            <pc:sldMk cId="0" sldId="265"/>
            <ac:spMk id="53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40:51.797" v="245" actId="1076"/>
          <ac:spMkLst>
            <pc:docMk/>
            <pc:sldMk cId="0" sldId="265"/>
            <ac:spMk id="54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08:43:50.157" v="268" actId="20577"/>
          <ac:spMkLst>
            <pc:docMk/>
            <pc:sldMk cId="0" sldId="265"/>
            <ac:spMk id="55" creationId="{00000000-0000-0000-0000-000000000000}"/>
          </ac:spMkLst>
        </pc:spChg>
        <pc:spChg chg="del mod">
          <ac:chgData name="Matthew Rockwell" userId="be3989a97b66b923" providerId="LiveId" clId="{B89F934C-8C3B-4D2B-ADD7-B5452E27AB91}" dt="2026-02-03T08:39:57.699" v="239" actId="478"/>
          <ac:spMkLst>
            <pc:docMk/>
            <pc:sldMk cId="0" sldId="265"/>
            <ac:spMk id="56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10:38.953" v="845" actId="1076"/>
          <ac:spMkLst>
            <pc:docMk/>
            <pc:sldMk cId="0" sldId="265"/>
            <ac:spMk id="57" creationId="{00000000-0000-0000-0000-000000000000}"/>
          </ac:spMkLst>
        </pc:spChg>
        <pc:spChg chg="mod">
          <ac:chgData name="Matthew Rockwell" userId="be3989a97b66b923" providerId="LiveId" clId="{B89F934C-8C3B-4D2B-ADD7-B5452E27AB91}" dt="2026-02-03T20:24:23.833" v="1037" actId="1076"/>
          <ac:spMkLst>
            <pc:docMk/>
            <pc:sldMk cId="0" sldId="265"/>
            <ac:spMk id="58" creationId="{00000000-0000-0000-0000-000000000000}"/>
          </ac:spMkLst>
        </pc:spChg>
      </pc:sldChg>
      <pc:sldChg chg="new modNotesTx">
        <pc:chgData name="Matthew Rockwell" userId="be3989a97b66b923" providerId="LiveId" clId="{B89F934C-8C3B-4D2B-ADD7-B5452E27AB91}" dt="2026-02-03T20:38:10.593" v="1339" actId="20577"/>
        <pc:sldMkLst>
          <pc:docMk/>
          <pc:sldMk cId="1369964729" sldId="266"/>
        </pc:sldMkLst>
      </pc:sldChg>
      <pc:sldChg chg="new modNotesTx">
        <pc:chgData name="Matthew Rockwell" userId="be3989a97b66b923" providerId="LiveId" clId="{B89F934C-8C3B-4D2B-ADD7-B5452E27AB91}" dt="2026-02-03T20:39:25.039" v="1422" actId="20577"/>
        <pc:sldMkLst>
          <pc:docMk/>
          <pc:sldMk cId="103691717" sldId="267"/>
        </pc:sldMkLst>
      </pc:sldChg>
      <pc:sldChg chg="new modNotesTx">
        <pc:chgData name="Matthew Rockwell" userId="be3989a97b66b923" providerId="LiveId" clId="{B89F934C-8C3B-4D2B-ADD7-B5452E27AB91}" dt="2026-02-03T20:40:29.306" v="1526" actId="20577"/>
        <pc:sldMkLst>
          <pc:docMk/>
          <pc:sldMk cId="1460704355" sldId="268"/>
        </pc:sldMkLst>
      </pc:sldChg>
      <pc:sldChg chg="new modNotesTx">
        <pc:chgData name="Matthew Rockwell" userId="be3989a97b66b923" providerId="LiveId" clId="{B89F934C-8C3B-4D2B-ADD7-B5452E27AB91}" dt="2026-02-03T20:41:22.285" v="1628" actId="20577"/>
        <pc:sldMkLst>
          <pc:docMk/>
          <pc:sldMk cId="1559956752" sldId="269"/>
        </pc:sldMkLst>
      </pc:sldChg>
      <pc:sldChg chg="new modNotesTx">
        <pc:chgData name="Matthew Rockwell" userId="be3989a97b66b923" providerId="LiveId" clId="{B89F934C-8C3B-4D2B-ADD7-B5452E27AB91}" dt="2026-02-03T20:41:54.757" v="1634" actId="20577"/>
        <pc:sldMkLst>
          <pc:docMk/>
          <pc:sldMk cId="3858414289" sldId="270"/>
        </pc:sldMkLst>
      </pc:sldChg>
      <pc:sldChg chg="addSp modSp new mod modNotesTx">
        <pc:chgData name="Matthew Rockwell" userId="be3989a97b66b923" providerId="LiveId" clId="{B89F934C-8C3B-4D2B-ADD7-B5452E27AB91}" dt="2026-02-03T20:42:47.398" v="1669" actId="1076"/>
        <pc:sldMkLst>
          <pc:docMk/>
          <pc:sldMk cId="398000268" sldId="271"/>
        </pc:sldMkLst>
        <pc:spChg chg="add mod">
          <ac:chgData name="Matthew Rockwell" userId="be3989a97b66b923" providerId="LiveId" clId="{B89F934C-8C3B-4D2B-ADD7-B5452E27AB91}" dt="2026-02-03T20:42:47.398" v="1669" actId="1076"/>
          <ac:spMkLst>
            <pc:docMk/>
            <pc:sldMk cId="398000268" sldId="271"/>
            <ac:spMk id="2" creationId="{FC159BB2-F34F-47FA-5728-F93DF1C297F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16EB17-4F0B-4A55-9BAD-374C917578F6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1671F2-E488-4C08-84D7-2A0DC4C16F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3056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Introduction/Title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4750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2620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Solution – How Product Solves Problem (Ideally with narrative) [Placeholder]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964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Now?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9533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Opportunity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4471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Product/Technology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4892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Product/Technology – Visuals, Screenshots, Demos [Placeholder]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0893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5319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Traction/Milestones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2699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Competition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5013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Marketing/Growth Strategy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1026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 – Highlights key team members’ experience and why they are best suited to execute [Placeholder]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2274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Financial Projections: 3-5 year summary of revenue, expenses and profitability [Placeholder]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4066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5676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9177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 – Delete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1671F2-E488-4C08-84D7-2A0DC4C16FC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4034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448495" y="-1371600"/>
            <a:ext cx="4572000" cy="4572000"/>
          </a:xfrm>
          <a:prstGeom prst="ellipse">
            <a:avLst/>
          </a:prstGeom>
          <a:solidFill>
            <a:srgbClr val="1F27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1828800" y="4114800"/>
            <a:ext cx="4572000" cy="4572000"/>
          </a:xfrm>
          <a:prstGeom prst="ellipse">
            <a:avLst/>
          </a:prstGeom>
          <a:solidFill>
            <a:srgbClr val="1F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0848" y="321385"/>
            <a:ext cx="91440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8200"/>
              </a:lnSpc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89B4FA"/>
                </a:solidFill>
                <a:latin typeface="Segoe UI"/>
              </a:rPr>
              <a:t>ATOMiK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0848" y="131445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dirty="0">
                <a:solidFill>
                  <a:srgbClr val="CBA6F7"/>
                </a:solidFill>
                <a:latin typeface="Segoe UI"/>
              </a:rPr>
              <a:t>Delta-State Computing in Silicon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0848" y="2310877"/>
            <a:ext cx="914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dirty="0">
                <a:solidFill>
                  <a:srgbClr val="A6E3A1"/>
                </a:solidFill>
                <a:latin typeface="Segoe UI"/>
              </a:rPr>
              <a:t>1 </a:t>
            </a:r>
            <a:r>
              <a:rPr sz="2200" b="1" u="sng" dirty="0">
                <a:solidFill>
                  <a:srgbClr val="A6E3A1"/>
                </a:solidFill>
                <a:latin typeface="Segoe UI"/>
              </a:rPr>
              <a:t>Billion</a:t>
            </a:r>
            <a:r>
              <a:rPr sz="2200" b="1" dirty="0">
                <a:solidFill>
                  <a:srgbClr val="A6E3A1"/>
                </a:solidFill>
                <a:latin typeface="Segoe UI"/>
              </a:rPr>
              <a:t> Operations/Second on a $10 Chip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848" y="2768077"/>
            <a:ext cx="7315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chemeClr val="bg1"/>
                </a:solidFill>
                <a:latin typeface="Segoe UI"/>
              </a:rPr>
              <a:t>Mathematically proven  •  Hardware validated  •  </a:t>
            </a:r>
            <a:r>
              <a:rPr lang="en-US" sz="1600" b="0" dirty="0">
                <a:solidFill>
                  <a:schemeClr val="bg1"/>
                </a:solidFill>
                <a:latin typeface="Segoe UI"/>
              </a:rPr>
              <a:t>Provisional </a:t>
            </a:r>
            <a:r>
              <a:rPr sz="1600" b="0" dirty="0">
                <a:solidFill>
                  <a:schemeClr val="bg1"/>
                </a:solidFill>
                <a:latin typeface="Segoe UI"/>
              </a:rPr>
              <a:t>Patent pending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43787" y="4231117"/>
            <a:ext cx="2286000" cy="1005840"/>
          </a:xfrm>
          <a:prstGeom prst="roundRect">
            <a:avLst>
              <a:gd name="adj" fmla="val 5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26667" y="4260696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solidFill>
                  <a:srgbClr val="A6E3A1"/>
                </a:solidFill>
                <a:latin typeface="Segoe UI"/>
              </a:rPr>
              <a:t>1,056 Mops/s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6667" y="5377815"/>
            <a:ext cx="19202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Peak Throughput (16 banks</a:t>
            </a:r>
            <a:r>
              <a:rPr lang="en-US" sz="1100" b="0" dirty="0">
                <a:solidFill>
                  <a:schemeClr val="bg1"/>
                </a:solidFill>
                <a:latin typeface="Segoe UI"/>
              </a:rPr>
              <a:t> – limited by hardware</a:t>
            </a:r>
            <a:r>
              <a:rPr sz="1100" b="0" dirty="0">
                <a:solidFill>
                  <a:schemeClr val="bg1"/>
                </a:solidFill>
                <a:latin typeface="Segoe UI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49827" y="4231117"/>
            <a:ext cx="2286000" cy="1005840"/>
          </a:xfrm>
          <a:prstGeom prst="roundRect">
            <a:avLst>
              <a:gd name="adj" fmla="val 5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856911" y="4286245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solidFill>
                  <a:srgbClr val="89B4FA"/>
                </a:solidFill>
                <a:latin typeface="Segoe UI"/>
              </a:rPr>
              <a:t>10.6 ns</a:t>
            </a:r>
            <a:r>
              <a:rPr lang="en-US" sz="2800" b="1" dirty="0">
                <a:solidFill>
                  <a:srgbClr val="89B4FA"/>
                </a:solidFill>
                <a:latin typeface="Segoe UI"/>
              </a:rPr>
              <a:t> latency</a:t>
            </a:r>
            <a:endParaRPr sz="2800" b="1" dirty="0">
              <a:solidFill>
                <a:srgbClr val="89B4FA"/>
              </a:solidFill>
              <a:latin typeface="Segoe U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832707" y="5400675"/>
            <a:ext cx="19202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0" dirty="0">
                <a:solidFill>
                  <a:schemeClr val="bg1"/>
                </a:solidFill>
                <a:latin typeface="Segoe UI"/>
              </a:rPr>
              <a:t>Deterministic </a:t>
            </a:r>
            <a:r>
              <a:rPr sz="1100" b="0" dirty="0">
                <a:solidFill>
                  <a:schemeClr val="bg1"/>
                </a:solidFill>
                <a:latin typeface="Segoe UI"/>
              </a:rPr>
              <a:t>Single-Op Latency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5867" y="4231117"/>
            <a:ext cx="2286000" cy="1005840"/>
          </a:xfrm>
          <a:prstGeom prst="roundRect">
            <a:avLst>
              <a:gd name="adj" fmla="val 5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38747" y="4286245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solidFill>
                  <a:srgbClr val="CBA6F7"/>
                </a:solidFill>
                <a:latin typeface="Segoe UI"/>
              </a:rPr>
              <a:t>92 Proofs</a:t>
            </a:r>
            <a:r>
              <a:rPr lang="en-US" sz="2800" b="1" dirty="0">
                <a:solidFill>
                  <a:srgbClr val="CBA6F7"/>
                </a:solidFill>
                <a:latin typeface="Segoe UI"/>
              </a:rPr>
              <a:t> confirmed</a:t>
            </a:r>
            <a:endParaRPr sz="2800" b="1" dirty="0">
              <a:solidFill>
                <a:srgbClr val="CBA6F7"/>
              </a:solidFill>
              <a:latin typeface="Segoe U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38747" y="5377815"/>
            <a:ext cx="19202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0" dirty="0">
                <a:solidFill>
                  <a:schemeClr val="bg1"/>
                </a:solidFill>
                <a:latin typeface="Segoe UI"/>
              </a:rPr>
              <a:t>Delta-Algebra proofs, </a:t>
            </a:r>
            <a:r>
              <a:rPr sz="1100" b="0" dirty="0">
                <a:solidFill>
                  <a:schemeClr val="bg1"/>
                </a:solidFill>
                <a:latin typeface="Segoe UI"/>
              </a:rPr>
              <a:t>Lean4 Verified</a:t>
            </a:r>
            <a:r>
              <a:rPr lang="en-US" sz="1100" b="0" dirty="0">
                <a:solidFill>
                  <a:schemeClr val="bg1"/>
                </a:solidFill>
                <a:latin typeface="Segoe UI"/>
              </a:rPr>
              <a:t> -</a:t>
            </a:r>
            <a:r>
              <a:rPr sz="1100" b="0" dirty="0">
                <a:solidFill>
                  <a:schemeClr val="bg1"/>
                </a:solidFill>
                <a:latin typeface="Segoe UI"/>
              </a:rPr>
              <a:t> 0 Sorry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1907" y="4231117"/>
            <a:ext cx="2286000" cy="1005840"/>
          </a:xfrm>
          <a:prstGeom prst="roundRect">
            <a:avLst>
              <a:gd name="adj" fmla="val 5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44787" y="4299697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solidFill>
                  <a:srgbClr val="F9E2AF"/>
                </a:solidFill>
                <a:latin typeface="Segoe UI"/>
              </a:rPr>
              <a:t>$10 Device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44787" y="5400675"/>
            <a:ext cx="19202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b="0" dirty="0">
                <a:solidFill>
                  <a:schemeClr val="bg1"/>
                </a:solidFill>
                <a:latin typeface="Segoe UI"/>
              </a:rPr>
              <a:t>Sipeed </a:t>
            </a:r>
            <a:r>
              <a:rPr sz="1100" b="0" dirty="0">
                <a:solidFill>
                  <a:schemeClr val="bg1"/>
                </a:solidFill>
                <a:latin typeface="Segoe UI"/>
              </a:rPr>
              <a:t>Tang Nano 9K FPGA</a:t>
            </a:r>
            <a:r>
              <a:rPr lang="en-US" sz="1100" b="0" dirty="0">
                <a:solidFill>
                  <a:schemeClr val="bg1"/>
                </a:solidFill>
                <a:latin typeface="Segoe UI"/>
              </a:rPr>
              <a:t> – GW1NR-9</a:t>
            </a:r>
            <a:endParaRPr sz="1100" b="0" dirty="0">
              <a:solidFill>
                <a:schemeClr val="bg1"/>
              </a:solidFill>
              <a:latin typeface="Segoe U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749118" y="66294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849C"/>
                </a:solidFill>
                <a:latin typeface="Segoe UI"/>
              </a:rPr>
              <a:t>Confidential — For Investor Use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849C"/>
                </a:solidFill>
                <a:latin typeface="Segoe UI"/>
              </a:rPr>
              <a:t>1/10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1A8A962-12C9-7356-E89F-372FA2904C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03055" y="1887294"/>
            <a:ext cx="2606040" cy="700725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0A1005D-65CF-A8ED-DAC8-03221AC798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29453" y="6858000"/>
            <a:ext cx="13326035" cy="365445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8EE4E9B9-DBD8-F328-E3E6-E377762041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8710" y="-120349"/>
            <a:ext cx="2606040" cy="700725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DD58A02-0623-905F-DF05-119B9F8FF8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-3654458"/>
            <a:ext cx="13326035" cy="36544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4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89B4FA"/>
                </a:solidFill>
                <a:latin typeface="Segoe UI"/>
              </a:rPr>
              <a:t>The Memory Wall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695" y="885475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chemeClr val="bg1"/>
                </a:solidFill>
                <a:latin typeface="Segoe UI"/>
              </a:rPr>
              <a:t>60–90% of system energy is spent moving data, not computing on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1280160"/>
            <a:ext cx="10972800" cy="254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47164" y="1813559"/>
            <a:ext cx="5506569" cy="640080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937722" y="1984187"/>
            <a:ext cx="367104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13131A"/>
                </a:solidFill>
                <a:latin typeface="Segoe UI"/>
              </a:rPr>
              <a:t>DATA MOVEMENT  60–90%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3733" y="1813559"/>
            <a:ext cx="611841" cy="64008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53733" y="1920239"/>
            <a:ext cx="611841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4248" y="2545079"/>
            <a:ext cx="6468036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A6E3A1"/>
                </a:solidFill>
                <a:latin typeface="Segoe UI"/>
              </a:rPr>
              <a:t>Compute (10–40%)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165" y="2545079"/>
            <a:ext cx="3671046" cy="274320"/>
          </a:xfrm>
          <a:prstGeom prst="rect">
            <a:avLst/>
          </a:prstGeom>
          <a:noFill/>
        </p:spPr>
        <p:txBody>
          <a:bodyPr wrap="square" lIns="0"/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F38BA8"/>
                </a:solidFill>
                <a:latin typeface="Segoe UI"/>
              </a:rPr>
              <a:t>Data movement (60–90%)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7165" y="3302449"/>
            <a:ext cx="3108960" cy="1280160"/>
          </a:xfrm>
          <a:prstGeom prst="roundRect">
            <a:avLst>
              <a:gd name="adj" fmla="val 5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30045" y="346985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F38BA8"/>
                </a:solidFill>
                <a:latin typeface="Segoe UI"/>
              </a:rPr>
              <a:t>1,000×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0045" y="4000202"/>
            <a:ext cx="2743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Energy: off-chip access
vs floating-point op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30445" y="3302449"/>
            <a:ext cx="3108960" cy="1280160"/>
          </a:xfrm>
          <a:prstGeom prst="roundRect">
            <a:avLst>
              <a:gd name="adj" fmla="val 5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13325" y="3451623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A6E3A1"/>
                </a:solidFill>
                <a:latin typeface="Segoe UI"/>
              </a:rPr>
              <a:t>30,740×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3325" y="3981975"/>
            <a:ext cx="2743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Memory traffic reduction
(ATOMiK vs traditional, 64×64 matrix)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13725" y="3302449"/>
            <a:ext cx="3108960" cy="1280160"/>
          </a:xfrm>
          <a:prstGeom prst="roundRect">
            <a:avLst>
              <a:gd name="adj" fmla="val 5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96605" y="3456404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F9E2AF"/>
                </a:solidFill>
                <a:latin typeface="Segoe UI"/>
              </a:rPr>
              <a:t>+130%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6605" y="3986756"/>
            <a:ext cx="2743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HBM demand growth
YoY in 2025 (TrendForce)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1695" y="5058125"/>
            <a:ext cx="10515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chemeClr val="bg1"/>
                </a:solidFill>
                <a:latin typeface="Segoe UI"/>
              </a:rPr>
              <a:t>Root cause: the full-state computation model.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1695" y="5515325"/>
            <a:ext cx="105156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chemeClr val="bg1"/>
                </a:solidFill>
                <a:latin typeface="Segoe UI"/>
              </a:rPr>
              <a:t>Changing 1 bit in a 64-byte cache line moves 512 bits. A 64×64 matrix update moves 32 KB per operation. ATOMiK’s delta approach moves 8 bytes — the delta itself.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6583680"/>
            <a:ext cx="7315200" cy="27432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rgbClr val="7F849C"/>
                </a:solidFill>
                <a:latin typeface="Segoe UI"/>
              </a:rPr>
              <a:t>Sources: DARPA/JASON, Intel ISSCC, TrendForce, McKinsey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849C"/>
                </a:solidFill>
                <a:latin typeface="Segoe UI"/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6917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4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89B4FA"/>
                </a:solidFill>
                <a:latin typeface="Segoe UI"/>
              </a:rPr>
              <a:t>Why Now: Four Converging Forces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960120"/>
            <a:ext cx="10972800" cy="254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381013"/>
            <a:ext cx="2468880" cy="3474720"/>
          </a:xfrm>
          <a:prstGeom prst="roundRect">
            <a:avLst>
              <a:gd name="adj" fmla="val 5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381013"/>
            <a:ext cx="2468880" cy="50800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645920" y="1741842"/>
            <a:ext cx="640080" cy="640080"/>
          </a:xfrm>
          <a:prstGeom prst="ellipse">
            <a:avLst/>
          </a:prstGeom>
          <a:solidFill>
            <a:srgbClr val="512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1731682"/>
            <a:ext cx="640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dirty="0">
                <a:solidFill>
                  <a:srgbClr val="F38BA8"/>
                </a:solidFill>
                <a:latin typeface="Segoe UI"/>
              </a:rPr>
              <a:t>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9082"/>
            <a:ext cx="21945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38BA8"/>
                </a:solidFill>
                <a:latin typeface="Segoe UI"/>
              </a:rPr>
              <a:t>AI Inference
Crisis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64093"/>
            <a:ext cx="2194560" cy="1645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90% of AI compute is inference
(McKinsey). Inference is
memory-bandwidth-bound.
$300B+ hyperscaler AI capex.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381013"/>
            <a:ext cx="2468880" cy="3474720"/>
          </a:xfrm>
          <a:prstGeom prst="roundRect">
            <a:avLst>
              <a:gd name="adj" fmla="val 5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29000" y="1381013"/>
            <a:ext cx="2468880" cy="50800"/>
          </a:xfrm>
          <a:prstGeom prst="rect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343400" y="1741842"/>
            <a:ext cx="640080" cy="640080"/>
          </a:xfrm>
          <a:prstGeom prst="ellipse">
            <a:avLst/>
          </a:prstGeom>
          <a:solidFill>
            <a:srgbClr val="433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1731682"/>
            <a:ext cx="640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CBA6F7"/>
                </a:solidFill>
                <a:latin typeface="Segoe UI"/>
              </a:rPr>
              <a:t>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519082"/>
            <a:ext cx="21945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BA6F7"/>
                </a:solidFill>
                <a:latin typeface="Segoe UI"/>
              </a:rPr>
              <a:t>Post-Moore
Economics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164093"/>
            <a:ext cx="2194560" cy="1645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Below 3nm: diminishing returns.
Architectural innovation is
the new scaling vector.
XOR eliminates carry chains.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381013"/>
            <a:ext cx="2468880" cy="3474720"/>
          </a:xfrm>
          <a:prstGeom prst="roundRect">
            <a:avLst>
              <a:gd name="adj" fmla="val 5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26480" y="1381013"/>
            <a:ext cx="2468880" cy="50800"/>
          </a:xfrm>
          <a:prstGeom prst="rect">
            <a:avLst/>
          </a:prstGeom>
          <a:solidFill>
            <a:srgbClr val="94E2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040880" y="1741842"/>
            <a:ext cx="640080" cy="640080"/>
          </a:xfrm>
          <a:prstGeom prst="ellipse">
            <a:avLst/>
          </a:prstGeom>
          <a:solidFill>
            <a:srgbClr val="314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0" y="1731682"/>
            <a:ext cx="640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94E2D5"/>
                </a:solidFill>
                <a:latin typeface="Segoe UI"/>
              </a:rPr>
              <a:t>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519082"/>
            <a:ext cx="21945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94E2D5"/>
                </a:solidFill>
                <a:latin typeface="Segoe UI"/>
              </a:rPr>
              <a:t>Edge
Constraints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164093"/>
            <a:ext cx="2194560" cy="1645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Edge market: $61B → $232B
by 2030 (MarketsandMarkets).
Devices need single-watt budgets.
ATOMiK: ~20 mW.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23960" y="1381013"/>
            <a:ext cx="2468880" cy="3474720"/>
          </a:xfrm>
          <a:prstGeom prst="roundRect">
            <a:avLst>
              <a:gd name="adj" fmla="val 5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823960" y="1381013"/>
            <a:ext cx="2468880" cy="5080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738360" y="1741842"/>
            <a:ext cx="640080" cy="640080"/>
          </a:xfrm>
          <a:prstGeom prst="ellipse">
            <a:avLst/>
          </a:prstGeom>
          <a:solidFill>
            <a:srgbClr val="534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738360" y="1731682"/>
            <a:ext cx="640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9E2AF"/>
                </a:solidFill>
                <a:latin typeface="Segoe UI"/>
              </a:rPr>
              <a:t>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2519082"/>
            <a:ext cx="21945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9E2AF"/>
                </a:solidFill>
                <a:latin typeface="Segoe UI"/>
              </a:rPr>
              <a:t>HBM Cost
Spiral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0" y="3164093"/>
            <a:ext cx="2194560" cy="1645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Demand +130% YoY (TrendForce).
Prices +35%.
95–100% traffic reduction
cuts HBM requirements.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130053"/>
            <a:ext cx="10515600" cy="1097280"/>
          </a:xfrm>
          <a:prstGeom prst="roundRect">
            <a:avLst>
              <a:gd name="adj" fmla="val 3000"/>
            </a:avLst>
          </a:prstGeom>
          <a:solidFill>
            <a:srgbClr val="1A1F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05840" y="5311738"/>
            <a:ext cx="9966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6E3A1"/>
                </a:solidFill>
                <a:latin typeface="Segoe UI"/>
              </a:rPr>
              <a:t>VC Climate: $280B deployed into US/Canadian startups in 2025 (+46% YoY)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5723218"/>
            <a:ext cx="9966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AI seed median pre-money: $17.9M (42% premium over non-AI)  •  AI Series A median: &gt;$50M  •  Compute-focused seeds regularly &gt;$100M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849C"/>
                </a:solidFill>
                <a:latin typeface="Segoe UI"/>
              </a:rPr>
              <a:t>3/10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4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89B4FA"/>
                </a:solidFill>
                <a:latin typeface="Segoe UI"/>
              </a:rPr>
              <a:t>Market &amp; Use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960120"/>
            <a:ext cx="10972800" cy="254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87133" y="1678184"/>
            <a:ext cx="4206240" cy="4206240"/>
          </a:xfrm>
          <a:prstGeom prst="ellipse">
            <a:avLst/>
          </a:prstGeom>
          <a:solidFill>
            <a:srgbClr val="1E283E"/>
          </a:solidFill>
          <a:ln w="25400">
            <a:solidFill>
              <a:srgbClr val="89B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424803" y="1781054"/>
            <a:ext cx="113089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89B4FA"/>
                </a:solidFill>
                <a:latin typeface="Segoe UI"/>
              </a:rPr>
              <a:t>TAM </a:t>
            </a:r>
            <a:r>
              <a:rPr sz="1400" b="1" dirty="0">
                <a:solidFill>
                  <a:schemeClr val="bg1"/>
                </a:solidFill>
                <a:latin typeface="Segoe UI"/>
              </a:rPr>
              <a:t>~$85B</a:t>
            </a:r>
          </a:p>
        </p:txBody>
      </p:sp>
      <p:sp>
        <p:nvSpPr>
          <p:cNvPr id="6" name="Oval 5"/>
          <p:cNvSpPr/>
          <p:nvPr/>
        </p:nvSpPr>
        <p:spPr>
          <a:xfrm>
            <a:off x="1618653" y="2409704"/>
            <a:ext cx="2743200" cy="2743200"/>
          </a:xfrm>
          <a:prstGeom prst="ellipse">
            <a:avLst/>
          </a:prstGeom>
          <a:solidFill>
            <a:srgbClr val="1E2E28"/>
          </a:solidFill>
          <a:ln w="25400">
            <a:solidFill>
              <a:srgbClr val="94E2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21622" y="2558294"/>
            <a:ext cx="9372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dirty="0">
                <a:solidFill>
                  <a:srgbClr val="94E2D5"/>
                </a:solidFill>
                <a:latin typeface="Segoe UI"/>
              </a:rPr>
              <a:t>SAM </a:t>
            </a:r>
            <a:r>
              <a:rPr sz="1300" b="1" dirty="0">
                <a:solidFill>
                  <a:schemeClr val="bg1"/>
                </a:solidFill>
                <a:latin typeface="Segoe UI"/>
              </a:rPr>
              <a:t>~$8B</a:t>
            </a:r>
          </a:p>
        </p:txBody>
      </p:sp>
      <p:sp>
        <p:nvSpPr>
          <p:cNvPr id="8" name="Oval 7"/>
          <p:cNvSpPr/>
          <p:nvPr/>
        </p:nvSpPr>
        <p:spPr>
          <a:xfrm>
            <a:off x="2395893" y="3141224"/>
            <a:ext cx="1188720" cy="1188720"/>
          </a:xfrm>
          <a:prstGeom prst="ellipse">
            <a:avLst/>
          </a:prstGeom>
          <a:solidFill>
            <a:srgbClr val="2A3A1E"/>
          </a:solidFill>
          <a:ln w="25400">
            <a:solidFill>
              <a:srgbClr val="A6E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51517" y="3484124"/>
            <a:ext cx="1277471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dirty="0">
                <a:solidFill>
                  <a:srgbClr val="A6E3A1"/>
                </a:solidFill>
                <a:latin typeface="Segoe UI"/>
              </a:rPr>
              <a:t>SOM</a:t>
            </a:r>
          </a:p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dirty="0">
                <a:solidFill>
                  <a:schemeClr val="bg1"/>
                </a:solidFill>
                <a:latin typeface="Segoe UI"/>
              </a:rPr>
              <a:t>~$80M (Yr 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310029"/>
            <a:ext cx="4754880" cy="534117"/>
          </a:xfrm>
          <a:prstGeom prst="rect">
            <a:avLst/>
          </a:prstGeom>
          <a:noFill/>
        </p:spPr>
        <p:txBody>
          <a:bodyPr wrap="square" anchor="b"/>
          <a:lstStyle/>
          <a:p>
            <a:pPr algn="l">
              <a:lnSpc>
                <a:spcPts val="1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dirty="0">
                <a:solidFill>
                  <a:schemeClr val="bg1"/>
                </a:solidFill>
                <a:latin typeface="Segoe UI"/>
              </a:rPr>
              <a:t>FPGA: $10–14B  •  Edge: $61B  •  AI HW Accel: $10.2B</a:t>
            </a:r>
          </a:p>
          <a:p>
            <a:pPr algn="l">
              <a:lnSpc>
                <a:spcPts val="1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dirty="0">
                <a:solidFill>
                  <a:srgbClr val="7F849C"/>
                </a:solidFill>
                <a:latin typeface="Segoe UI"/>
              </a:rPr>
              <a:t>Sources: MarketsandMarkets, Mordor Intelligence, GlobeNewsWire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6000" y="1230390"/>
            <a:ext cx="4923266" cy="14173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096000" y="1230390"/>
            <a:ext cx="50800" cy="1417320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78880" y="1303542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F38BA8"/>
                </a:solidFill>
                <a:latin typeface="Segoe UI"/>
              </a:rPr>
              <a:t>High-Frequency</a:t>
            </a:r>
            <a:r>
              <a:rPr lang="en-US" sz="1400" b="1" dirty="0">
                <a:solidFill>
                  <a:srgbClr val="F38BA8"/>
                </a:solidFill>
                <a:latin typeface="Segoe UI"/>
              </a:rPr>
              <a:t> </a:t>
            </a:r>
            <a:r>
              <a:rPr sz="1400" b="1" dirty="0">
                <a:solidFill>
                  <a:srgbClr val="F38BA8"/>
                </a:solidFill>
                <a:latin typeface="Segoe UI"/>
              </a:rPr>
              <a:t>Trading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8880" y="1733310"/>
            <a:ext cx="2834640" cy="822960"/>
          </a:xfrm>
          <a:prstGeom prst="rect">
            <a:avLst/>
          </a:prstGeom>
          <a:noFill/>
        </p:spPr>
        <p:txBody>
          <a:bodyPr wrap="square"/>
          <a:lstStyle/>
          <a:p>
            <a:pPr marL="171450" indent="-17145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10.6 ns tick processing
Instant trade reversal
Lock-free parallel streams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61966" y="1300046"/>
            <a:ext cx="12573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rgbClr val="F38BA8"/>
                </a:solidFill>
                <a:latin typeface="Segoe UI"/>
              </a:rPr>
              <a:t>$12B market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0" y="3072644"/>
            <a:ext cx="4923266" cy="14173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096000" y="3072644"/>
            <a:ext cx="50800" cy="1417320"/>
          </a:xfrm>
          <a:prstGeom prst="rect">
            <a:avLst/>
          </a:prstGeom>
          <a:solidFill>
            <a:srgbClr val="94E2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78880" y="3145796"/>
            <a:ext cx="2713616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94E2D5"/>
                </a:solidFill>
                <a:latin typeface="Segoe UI"/>
              </a:rPr>
              <a:t>Edge Sensor</a:t>
            </a:r>
            <a:r>
              <a:rPr lang="en-US" sz="1400" b="1" dirty="0">
                <a:solidFill>
                  <a:srgbClr val="94E2D5"/>
                </a:solidFill>
                <a:latin typeface="Segoe UI"/>
              </a:rPr>
              <a:t> </a:t>
            </a:r>
            <a:r>
              <a:rPr sz="1400" b="1" dirty="0">
                <a:solidFill>
                  <a:srgbClr val="94E2D5"/>
                </a:solidFill>
                <a:latin typeface="Segoe UI"/>
              </a:rPr>
              <a:t>Fusion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880" y="3575564"/>
            <a:ext cx="2834640" cy="822960"/>
          </a:xfrm>
          <a:prstGeom prst="rect">
            <a:avLst/>
          </a:prstGeom>
          <a:noFill/>
        </p:spPr>
        <p:txBody>
          <a:bodyPr wrap="square"/>
          <a:lstStyle/>
          <a:p>
            <a:pPr marL="171450" indent="-17145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~20 mW power budget
Lock-free multi-stream merge
Linear scaling with sensors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61966" y="3142300"/>
            <a:ext cx="12573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E2D5"/>
                </a:solidFill>
                <a:latin typeface="Segoe UI"/>
              </a:rPr>
              <a:t>$61B→$232B market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96000" y="4914899"/>
            <a:ext cx="4923266" cy="14173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096000" y="4914899"/>
            <a:ext cx="50800" cy="141732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78880" y="4988051"/>
            <a:ext cx="2209352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F9E2AF"/>
                </a:solidFill>
                <a:latin typeface="Segoe UI"/>
              </a:rPr>
              <a:t>Streaming</a:t>
            </a:r>
            <a:r>
              <a:rPr lang="en-US" sz="1400" b="1" dirty="0">
                <a:solidFill>
                  <a:srgbClr val="F9E2AF"/>
                </a:solidFill>
                <a:latin typeface="Segoe UI"/>
              </a:rPr>
              <a:t> </a:t>
            </a:r>
            <a:r>
              <a:rPr sz="1400" b="1" dirty="0">
                <a:solidFill>
                  <a:srgbClr val="F9E2AF"/>
                </a:solidFill>
                <a:latin typeface="Segoe UI"/>
              </a:rPr>
              <a:t>Transforms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0566" y="5513697"/>
            <a:ext cx="2834640" cy="822960"/>
          </a:xfrm>
          <a:prstGeom prst="rect">
            <a:avLst/>
          </a:prstGeom>
          <a:noFill/>
        </p:spPr>
        <p:txBody>
          <a:bodyPr wrap="square"/>
          <a:lstStyle/>
          <a:p>
            <a:pPr marL="171450" indent="-17145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95–100% memory reduction
+55% pipeline speedup
Frame/signal delta native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61966" y="4984555"/>
            <a:ext cx="12573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9E2AF"/>
                </a:solidFill>
                <a:latin typeface="Segoe UI"/>
              </a:rPr>
              <a:t>Write-heavy verticals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880" y="5281601"/>
            <a:ext cx="4664186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SOM </a:t>
            </a:r>
            <a:r>
              <a:rPr lang="en-US" sz="1000" b="0" dirty="0">
                <a:solidFill>
                  <a:schemeClr val="bg1"/>
                </a:solidFill>
                <a:latin typeface="Segoe UI"/>
              </a:rPr>
              <a:t>M</a:t>
            </a:r>
            <a:r>
              <a:rPr sz="1000" b="0" dirty="0">
                <a:solidFill>
                  <a:schemeClr val="bg1"/>
                </a:solidFill>
                <a:latin typeface="Segoe UI"/>
              </a:rPr>
              <a:t>ath: 15 design wins × $3M + 200 SDK subs × $50K + royalties = ~$80M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19266" y="6505014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849C"/>
                </a:solidFill>
                <a:latin typeface="Segoe UI"/>
              </a:rPr>
              <a:t>6/10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4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89B4FA"/>
                </a:solidFill>
                <a:latin typeface="Segoe UI"/>
              </a:rPr>
              <a:t>Delta-State XOR Algebra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chemeClr val="bg1"/>
                </a:solidFill>
                <a:latin typeface="Segoe UI"/>
              </a:rPr>
              <a:t>Replace full-state read-modify-write with single-cycle delta accumulation.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1280160"/>
            <a:ext cx="10972800" cy="254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029200" cy="1097280"/>
          </a:xfrm>
          <a:prstGeom prst="roundRect">
            <a:avLst>
              <a:gd name="adj" fmla="val 4000"/>
            </a:avLst>
          </a:prstGeom>
          <a:solidFill>
            <a:srgbClr val="2A1A1A"/>
          </a:solidFill>
          <a:ln w="12700">
            <a:solidFill>
              <a:srgbClr val="F38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663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38BA8"/>
                </a:solidFill>
                <a:latin typeface="Segoe UI"/>
              </a:rPr>
              <a:t>TRADITIONAL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663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DD6F4"/>
                </a:solidFill>
                <a:latin typeface="Consolas"/>
              </a:rPr>
              <a:t>State = Load → Lock → Modify → Unlock → 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4663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chemeClr val="bg1"/>
                </a:solidFill>
                <a:latin typeface="Segoe UI"/>
              </a:rPr>
              <a:t>Full 64-byte copy each time  •  Lock contention  •  No undo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554480"/>
            <a:ext cx="5029200" cy="1097280"/>
          </a:xfrm>
          <a:prstGeom prst="roundRect">
            <a:avLst>
              <a:gd name="adj" fmla="val 4000"/>
            </a:avLst>
          </a:prstGeom>
          <a:solidFill>
            <a:srgbClr val="1A2A1A"/>
          </a:solidFill>
          <a:ln w="12700">
            <a:solidFill>
              <a:srgbClr val="A6E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0" y="1645920"/>
            <a:ext cx="4663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6E3A1"/>
                </a:solidFill>
                <a:latin typeface="Segoe UI"/>
              </a:rPr>
              <a:t>ATOMiK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965960"/>
            <a:ext cx="4663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DD6F4"/>
                </a:solidFill>
                <a:latin typeface="Consolas"/>
              </a:rPr>
              <a:t>State = S₀ ⊕ δ₁ ⊕ δ₂ ⊕ … ⊕ δₙ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286000"/>
            <a:ext cx="4663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chemeClr val="bg1"/>
                </a:solidFill>
                <a:latin typeface="Segoe UI"/>
              </a:rPr>
              <a:t>8-byte delta only  •  Lock-free  •  Self-inverse undo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337560"/>
            <a:ext cx="5486400" cy="365760"/>
          </a:xfrm>
          <a:prstGeom prst="rect">
            <a:avLst/>
          </a:prstGeom>
          <a:noFill/>
        </p:spPr>
        <p:txBody>
          <a:bodyPr wrap="square" lIns="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chemeClr val="bg1"/>
                </a:solidFill>
                <a:latin typeface="Segoe UI"/>
              </a:rPr>
              <a:t>Abelian Group Properties (All Proven in Lean4)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7095794"/>
              </p:ext>
            </p:extLst>
          </p:nvPr>
        </p:nvGraphicFramePr>
        <p:xfrm>
          <a:off x="731520" y="3749040"/>
          <a:ext cx="7329992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16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95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89B4FA"/>
                          </a:solidFill>
                          <a:latin typeface="Segoe UI"/>
                        </a:defRPr>
                      </a:pPr>
                      <a:r>
                        <a:t>Property</a:t>
                      </a:r>
                    </a:p>
                  </a:txBody>
                  <a:tcPr marL="73152" marR="73152" marT="36576" marB="36576">
                    <a:solidFill>
                      <a:srgbClr val="25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89B4FA"/>
                          </a:solidFill>
                          <a:latin typeface="Segoe UI"/>
                        </a:defRPr>
                      </a:pPr>
                      <a:r>
                        <a:t>Formula</a:t>
                      </a:r>
                    </a:p>
                  </a:txBody>
                  <a:tcPr marL="73152" marR="73152" marT="36576" marB="36576">
                    <a:solidFill>
                      <a:srgbClr val="25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89B4FA"/>
                          </a:solidFill>
                          <a:latin typeface="Segoe UI"/>
                        </a:defRPr>
                      </a:pPr>
                      <a:r>
                        <a:t>Hardware Implication</a:t>
                      </a:r>
                    </a:p>
                  </a:txBody>
                  <a:tcPr marL="73152" marR="73152" marT="36576" marB="36576">
                    <a:solidFill>
                      <a:srgbClr val="2525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Commutativity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δ₁ ⊕ δ₂ = δ₂ ⊕ δ₁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Lock-free parallel banks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Associativity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(δ₁ ⊕ δ₂) ⊕ δ₃ = δ₁ ⊕ (δ₂ ⊕ δ₃)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Binary merge tree reduction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Self-Inverse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δ ⊕ δ = 0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Every change is its own undo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Identity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δ ⊕ 0 = δ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Zero-cost no-op filtering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/>
                        <a:t>Closure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δ₁ ⊕ δ₂ ∈ Δ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/>
                        <a:t>No overflow, no type conversion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8595360" y="2884544"/>
            <a:ext cx="2468880" cy="1097280"/>
          </a:xfrm>
          <a:prstGeom prst="roundRect">
            <a:avLst>
              <a:gd name="adj" fmla="val 5000"/>
            </a:avLst>
          </a:prstGeom>
          <a:solidFill>
            <a:srgbClr val="1E1E2E"/>
          </a:solidFill>
          <a:ln w="12700">
            <a:solidFill>
              <a:srgbClr val="A6E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759952" y="3010946"/>
            <a:ext cx="228600" cy="228600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759952" y="3015668"/>
            <a:ext cx="228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13131A"/>
                </a:solidFill>
                <a:latin typeface="Segoe U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975984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6E3A1"/>
                </a:solidFill>
                <a:latin typeface="Segoe UI"/>
              </a:rPr>
              <a:t>Single-Cycle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3478904"/>
            <a:ext cx="19202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chemeClr val="bg1"/>
                </a:solidFill>
                <a:latin typeface="Segoe UI"/>
              </a:rPr>
              <a:t>10.6 ns per op
No carry propagation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95360" y="4210424"/>
            <a:ext cx="2468880" cy="1097280"/>
          </a:xfrm>
          <a:prstGeom prst="roundRect">
            <a:avLst>
              <a:gd name="adj" fmla="val 5000"/>
            </a:avLst>
          </a:prstGeom>
          <a:solidFill>
            <a:srgbClr val="1E1E2E"/>
          </a:solidFill>
          <a:ln w="12700">
            <a:solidFill>
              <a:srgbClr val="89B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752180" y="4320152"/>
            <a:ext cx="228600" cy="228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52180" y="4320152"/>
            <a:ext cx="228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13131A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4301864"/>
            <a:ext cx="1828800" cy="457200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89B4FA"/>
                </a:solidFill>
                <a:latin typeface="Segoe UI"/>
              </a:rPr>
              <a:t>Lock-Free</a:t>
            </a:r>
            <a:r>
              <a:rPr lang="en-US" sz="1400" b="1" dirty="0">
                <a:solidFill>
                  <a:srgbClr val="89B4FA"/>
                </a:solidFill>
                <a:latin typeface="Segoe UI"/>
              </a:rPr>
              <a:t> </a:t>
            </a:r>
            <a:r>
              <a:rPr sz="1400" b="1" dirty="0">
                <a:solidFill>
                  <a:srgbClr val="89B4FA"/>
                </a:solidFill>
                <a:latin typeface="Segoe UI"/>
              </a:rPr>
              <a:t>Parallel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4877936"/>
            <a:ext cx="19202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N banks = N</a:t>
            </a:r>
            <a:r>
              <a:rPr lang="en-US" sz="1100" b="0" dirty="0">
                <a:solidFill>
                  <a:schemeClr val="bg1"/>
                </a:solidFill>
                <a:latin typeface="Segoe UI"/>
              </a:rPr>
              <a:t> </a:t>
            </a:r>
            <a:r>
              <a:rPr sz="1100" b="0" dirty="0">
                <a:solidFill>
                  <a:schemeClr val="bg1"/>
                </a:solidFill>
                <a:latin typeface="Segoe UI"/>
              </a:rPr>
              <a:t>×</a:t>
            </a:r>
            <a:r>
              <a:rPr lang="en-US" sz="1100" b="0" dirty="0">
                <a:solidFill>
                  <a:schemeClr val="bg1"/>
                </a:solidFill>
                <a:latin typeface="Segoe UI"/>
              </a:rPr>
              <a:t> </a:t>
            </a:r>
            <a:r>
              <a:rPr sz="1100" b="0" dirty="0">
                <a:solidFill>
                  <a:schemeClr val="bg1"/>
                </a:solidFill>
                <a:latin typeface="Segoe UI"/>
              </a:rPr>
              <a:t>throughput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95360" y="5536304"/>
            <a:ext cx="2468880" cy="1097280"/>
          </a:xfrm>
          <a:prstGeom prst="roundRect">
            <a:avLst>
              <a:gd name="adj" fmla="val 5000"/>
            </a:avLst>
          </a:prstGeom>
          <a:solidFill>
            <a:srgbClr val="1E1E2E"/>
          </a:solidFill>
          <a:ln w="12700">
            <a:solidFill>
              <a:srgbClr val="CBA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752180" y="5650754"/>
            <a:ext cx="228600" cy="228600"/>
          </a:xfrm>
          <a:prstGeom prst="ellipse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752180" y="5646032"/>
            <a:ext cx="228600" cy="1371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13131A"/>
                </a:solidFill>
                <a:latin typeface="Segoe U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5627744"/>
            <a:ext cx="19202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BA6F7"/>
                </a:solidFill>
                <a:latin typeface="Segoe UI"/>
              </a:rPr>
              <a:t>Instant Undo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6130664"/>
            <a:ext cx="192024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δ ⊕ δ = 0
Zero-cost reversal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849C"/>
                </a:solidFill>
                <a:latin typeface="Segoe UI"/>
              </a:rPr>
              <a:t>4/10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99647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4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89B4FA"/>
                </a:solidFill>
                <a:latin typeface="Segoe UI"/>
              </a:rP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585" y="845895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chemeClr val="bg1"/>
                </a:solidFill>
                <a:latin typeface="Segoe UI"/>
              </a:rPr>
              <a:t>ARM-style IP licensing at 90%+ gross margin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1280160"/>
            <a:ext cx="10972800" cy="254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2468880" cy="25603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508760"/>
            <a:ext cx="2468880" cy="508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89B4FA"/>
                </a:solidFill>
                <a:latin typeface="Segoe UI"/>
              </a:rPr>
              <a:t>RTL IP
Licensing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71700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DD6F4"/>
                </a:solidFill>
                <a:latin typeface="Segoe UI"/>
              </a:rPr>
              <a:t>Per-design fee +
per-unit royalty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17320" y="2868258"/>
            <a:ext cx="1097280" cy="320040"/>
          </a:xfrm>
          <a:prstGeom prst="roundRect">
            <a:avLst>
              <a:gd name="adj" fmla="val 8000"/>
            </a:avLst>
          </a:prstGeom>
          <a:solidFill>
            <a:srgbClr val="222D3E"/>
          </a:solidFill>
          <a:ln w="12700">
            <a:solidFill>
              <a:srgbClr val="89B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17320" y="2868258"/>
            <a:ext cx="10972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9B4FA"/>
                </a:solidFill>
                <a:latin typeface="Segoe UI"/>
              </a:rPr>
              <a:t>90%+ GM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46120"/>
            <a:ext cx="21945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Primary revenue.
ARM Cortex-M comparable.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508760"/>
            <a:ext cx="2468880" cy="25603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429000" y="1508760"/>
            <a:ext cx="2468880" cy="50800"/>
          </a:xfrm>
          <a:prstGeom prst="rect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6160" y="1645920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BA6F7"/>
                </a:solidFill>
                <a:latin typeface="Segoe UI"/>
              </a:rPr>
              <a:t>Vertical
Accelerator 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171700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DD6F4"/>
                </a:solidFill>
                <a:latin typeface="Segoe UI"/>
              </a:rPr>
              <a:t>Pre-built domain
modules (HFT, IoT)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0" y="2868258"/>
            <a:ext cx="1097280" cy="320040"/>
          </a:xfrm>
          <a:prstGeom prst="roundRect">
            <a:avLst>
              <a:gd name="adj" fmla="val 8000"/>
            </a:avLst>
          </a:prstGeom>
          <a:solidFill>
            <a:srgbClr val="32293D"/>
          </a:solidFill>
          <a:ln w="12700">
            <a:solidFill>
              <a:srgbClr val="CBA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800" y="2868258"/>
            <a:ext cx="10972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BA6F7"/>
                </a:solidFill>
                <a:latin typeface="Segoe UI"/>
              </a:rPr>
              <a:t>85%+ GM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246120"/>
            <a:ext cx="21945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Higher value.
Domain-specific RTL.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1508760"/>
            <a:ext cx="2468880" cy="25603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26480" y="1508760"/>
            <a:ext cx="2468880" cy="5080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63640" y="1645920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6E3A1"/>
                </a:solidFill>
                <a:latin typeface="Segoe UI"/>
              </a:rPr>
              <a:t>SDK
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171700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DD6F4"/>
                </a:solidFill>
                <a:latin typeface="Segoe UI"/>
              </a:rPr>
              <a:t>Annual subscription
for codegen + support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12280" y="2868258"/>
            <a:ext cx="1097280" cy="320040"/>
          </a:xfrm>
          <a:prstGeom prst="roundRect">
            <a:avLst>
              <a:gd name="adj" fmla="val 8000"/>
            </a:avLst>
          </a:prstGeom>
          <a:solidFill>
            <a:srgbClr val="293828"/>
          </a:solidFill>
          <a:ln w="12700">
            <a:solidFill>
              <a:srgbClr val="A6E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12280" y="2868258"/>
            <a:ext cx="10972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6E3A1"/>
                </a:solidFill>
                <a:latin typeface="Segoe UI"/>
              </a:rPr>
              <a:t>90%+ GM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246120"/>
            <a:ext cx="21945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Recurring revenue.
Developer lock-in.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23960" y="1508760"/>
            <a:ext cx="2468880" cy="25603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823960" y="1508760"/>
            <a:ext cx="2468880" cy="5080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61120" y="1645920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9E2AF"/>
                </a:solidFill>
                <a:latin typeface="Segoe UI"/>
              </a:rPr>
              <a:t>Professional
Services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2171700"/>
            <a:ext cx="2194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DD6F4"/>
                </a:solidFill>
                <a:latin typeface="Segoe UI"/>
              </a:rPr>
              <a:t>Custom integration
engagements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60" y="2868258"/>
            <a:ext cx="1097280" cy="320040"/>
          </a:xfrm>
          <a:prstGeom prst="roundRect">
            <a:avLst>
              <a:gd name="adj" fmla="val 8000"/>
            </a:avLst>
          </a:prstGeom>
          <a:solidFill>
            <a:srgbClr val="3E382B"/>
          </a:solidFill>
          <a:ln w="12700">
            <a:solidFill>
              <a:srgbClr val="F9E2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509760" y="2868258"/>
            <a:ext cx="10972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9E2AF"/>
                </a:solidFill>
                <a:latin typeface="Segoe UI"/>
              </a:rPr>
              <a:t>50–60% GM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0" y="3246120"/>
            <a:ext cx="21945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Strategic land.
Learning use cases.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4452303"/>
            <a:ext cx="10515600" cy="1188720"/>
          </a:xfrm>
          <a:prstGeom prst="roundRect">
            <a:avLst>
              <a:gd name="adj" fmla="val 3000"/>
            </a:avLst>
          </a:prstGeom>
          <a:solidFill>
            <a:srgbClr val="1A1F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05840" y="4543743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chemeClr val="bg1"/>
                </a:solidFill>
                <a:latin typeface="Segoe UI"/>
              </a:rPr>
              <a:t>Comparable: ARM Holdings (FY2025)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20" y="4940282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89B4FA"/>
                </a:solidFill>
                <a:latin typeface="Segoe UI"/>
              </a:rPr>
              <a:t>$4.0B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5260322"/>
            <a:ext cx="21945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chemeClr val="bg1"/>
                </a:solidFill>
                <a:latin typeface="Segoe UI"/>
              </a:rPr>
              <a:t>Revenue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86200" y="4940282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A6E3A1"/>
                </a:solidFill>
                <a:latin typeface="Segoe UI"/>
              </a:rPr>
              <a:t>97%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86200" y="5260322"/>
            <a:ext cx="21945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chemeClr val="bg1"/>
                </a:solidFill>
                <a:latin typeface="Segoe UI"/>
              </a:rPr>
              <a:t>Gross Margin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4929823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BA6F7"/>
                </a:solidFill>
                <a:latin typeface="Segoe UI"/>
              </a:rPr>
              <a:t>Pure IP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5249863"/>
            <a:ext cx="21945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No Manufacturing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72600" y="4941627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F9E2AF"/>
                </a:solidFill>
                <a:latin typeface="Segoe UI"/>
              </a:rPr>
              <a:t>30+ Years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72600" y="5261667"/>
            <a:ext cx="21945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Model Proven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972137"/>
            <a:ext cx="10515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dirty="0">
                <a:solidFill>
                  <a:schemeClr val="bg1"/>
                </a:solidFill>
                <a:latin typeface="Segoe UI"/>
              </a:rPr>
              <a:t>Blended margin trajectory:  Year 1: ~75%  →  Year 3: ~85%  →  Year 5: ~88%</a:t>
            </a:r>
          </a:p>
          <a:p>
            <a:pPr algn="l"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dirty="0">
                <a:solidFill>
                  <a:schemeClr val="bg1"/>
                </a:solidFill>
                <a:latin typeface="Segoe UI"/>
              </a:rPr>
              <a:t>Improves as services % declines and SDK recurring revenue grows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849C"/>
                </a:solidFill>
                <a:latin typeface="Segoe UI"/>
              </a:rPr>
              <a:t>7/10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4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89B4FA"/>
                </a:solidFill>
                <a:latin typeface="Segoe UI"/>
              </a:rPr>
              <a:t>Traction &amp; Engineering Proof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960120"/>
            <a:ext cx="10972800" cy="254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3291840" cy="105156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50800" cy="105156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30175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A6E3A1"/>
                </a:solidFill>
                <a:latin typeface="Segoe UI"/>
              </a:rPr>
              <a:t>1,056 Mops/s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0175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chemeClr val="bg1"/>
                </a:solidFill>
                <a:latin typeface="Segoe UI"/>
              </a:rPr>
              <a:t>Peak throughput (N=16)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234440"/>
            <a:ext cx="3291840" cy="105156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251960" y="1234440"/>
            <a:ext cx="50800" cy="105156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34840" y="1325880"/>
            <a:ext cx="30175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89B4FA"/>
                </a:solidFill>
                <a:latin typeface="Segoe UI"/>
              </a:rPr>
              <a:t>10.6 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828800"/>
            <a:ext cx="30175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chemeClr val="bg1"/>
                </a:solidFill>
                <a:latin typeface="Segoe UI"/>
              </a:rPr>
              <a:t>Single-op latency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234440"/>
            <a:ext cx="3291840" cy="105156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0" y="1234440"/>
            <a:ext cx="50800" cy="1051560"/>
          </a:xfrm>
          <a:prstGeom prst="rect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80" y="1325880"/>
            <a:ext cx="30175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CBA6F7"/>
                </a:solidFill>
                <a:latin typeface="Segoe UI"/>
              </a:rPr>
              <a:t>92 proofs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0" y="1828800"/>
            <a:ext cx="30175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chemeClr val="bg1"/>
                </a:solidFill>
                <a:latin typeface="Segoe UI"/>
              </a:rPr>
              <a:t>Lean4 verified, 0 sorry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514600"/>
            <a:ext cx="3291840" cy="105156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" y="2514600"/>
            <a:ext cx="50800" cy="105156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2606040"/>
            <a:ext cx="30175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A6E3A1"/>
                </a:solidFill>
                <a:latin typeface="Segoe UI"/>
              </a:rPr>
              <a:t>80/80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108960"/>
            <a:ext cx="30175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chemeClr val="bg1"/>
                </a:solidFill>
                <a:latin typeface="Segoe UI"/>
              </a:rPr>
              <a:t>Hardware tests passing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51960" y="2514600"/>
            <a:ext cx="3291840" cy="105156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51960" y="2514600"/>
            <a:ext cx="50800" cy="1051560"/>
          </a:xfrm>
          <a:prstGeom prst="rect">
            <a:avLst/>
          </a:prstGeom>
          <a:solidFill>
            <a:srgbClr val="94E2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34840" y="2606040"/>
            <a:ext cx="30175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94E2D5"/>
                </a:solidFill>
                <a:latin typeface="Segoe UI"/>
              </a:rPr>
              <a:t>314 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3108960"/>
            <a:ext cx="30175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chemeClr val="bg1"/>
                </a:solidFill>
                <a:latin typeface="Segoe UI"/>
              </a:rPr>
              <a:t>SDK (5 languages)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0" y="2514600"/>
            <a:ext cx="3291840" cy="105156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772400" y="2514600"/>
            <a:ext cx="50800" cy="105156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55280" y="2606040"/>
            <a:ext cx="30175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9E2AF"/>
                </a:solidFill>
                <a:latin typeface="Segoe UI"/>
              </a:rPr>
              <a:t>95–100%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3108960"/>
            <a:ext cx="30175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chemeClr val="bg1"/>
                </a:solidFill>
                <a:latin typeface="Segoe UI"/>
              </a:rPr>
              <a:t>Memory traffic reduction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3794760"/>
            <a:ext cx="3291840" cy="105156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31520" y="3794760"/>
            <a:ext cx="50800" cy="105156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3886200"/>
            <a:ext cx="30175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A6E3A1"/>
                </a:solidFill>
                <a:latin typeface="Segoe UI"/>
              </a:rPr>
              <a:t>+35.7%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389120"/>
            <a:ext cx="30175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chemeClr val="bg1"/>
                </a:solidFill>
                <a:latin typeface="Segoe UI"/>
              </a:rPr>
              <a:t>XOR vs adder speed (p&lt;.0001)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51960" y="3794760"/>
            <a:ext cx="3291840" cy="105156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251960" y="3794760"/>
            <a:ext cx="50800" cy="105156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434840" y="3886200"/>
            <a:ext cx="30175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A6E3A1"/>
                </a:solidFill>
                <a:latin typeface="Segoe UI"/>
              </a:rPr>
              <a:t>0% overflow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389120"/>
            <a:ext cx="30175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chemeClr val="bg1"/>
                </a:solidFill>
                <a:latin typeface="Segoe UI"/>
              </a:rPr>
              <a:t>XOR risk (vs 150.7% adder)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0" y="3794760"/>
            <a:ext cx="3291840" cy="105156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772400" y="3794760"/>
            <a:ext cx="50800" cy="105156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955280" y="3886200"/>
            <a:ext cx="30175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9E2AF"/>
                </a:solidFill>
                <a:latin typeface="Segoe UI"/>
              </a:rPr>
              <a:t>~$225 total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389120"/>
            <a:ext cx="30175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chemeClr val="bg1"/>
                </a:solidFill>
                <a:latin typeface="Segoe UI"/>
              </a:rPr>
              <a:t>Development cost (AI tokens)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6176" y="5068197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chemeClr val="bg1"/>
                </a:solidFill>
                <a:latin typeface="Segoe UI"/>
              </a:rPr>
              <a:t>Parallel Scaling (Verilog-Verified)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6213297"/>
            <a:ext cx="1645920" cy="90011"/>
          </a:xfrm>
          <a:prstGeom prst="rect">
            <a:avLst/>
          </a:prstGeom>
          <a:solidFill>
            <a:srgbClr val="30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80" y="5932212"/>
            <a:ext cx="1645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A6E3A1"/>
                </a:solidFill>
                <a:latin typeface="Segoe UI"/>
              </a:rPr>
              <a:t>94 Mops/s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355793"/>
            <a:ext cx="1645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chemeClr val="bg1"/>
                </a:solidFill>
                <a:latin typeface="Segoe UI"/>
              </a:rPr>
              <a:t>N=1
94.5 MHz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88920" y="5994699"/>
            <a:ext cx="1645920" cy="308610"/>
          </a:xfrm>
          <a:prstGeom prst="rect">
            <a:avLst/>
          </a:prstGeom>
          <a:solidFill>
            <a:srgbClr val="306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788920" y="5713614"/>
            <a:ext cx="1645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6E3A1"/>
                </a:solidFill>
                <a:latin typeface="Segoe UI"/>
              </a:rPr>
              <a:t>324 Mops/s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88920" y="6355793"/>
            <a:ext cx="1645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chemeClr val="bg1"/>
                </a:solidFill>
                <a:latin typeface="Segoe UI"/>
              </a:rPr>
              <a:t>N=4
81 MHz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166360" y="5788959"/>
            <a:ext cx="1645920" cy="514350"/>
          </a:xfrm>
          <a:prstGeom prst="rect">
            <a:avLst/>
          </a:prstGeom>
          <a:solidFill>
            <a:srgbClr val="308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166360" y="5507874"/>
            <a:ext cx="16459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6E3A1"/>
                </a:solidFill>
                <a:latin typeface="Segoe UI"/>
              </a:rPr>
              <a:t>540 Mops/s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66360" y="6355793"/>
            <a:ext cx="1645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chemeClr val="bg1"/>
                </a:solidFill>
                <a:latin typeface="Segoe UI"/>
              </a:rPr>
              <a:t>N=8
67.5 MHz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43800" y="5297469"/>
            <a:ext cx="1645920" cy="1005840"/>
          </a:xfrm>
          <a:prstGeom prst="rect">
            <a:avLst/>
          </a:prstGeom>
          <a:solidFill>
            <a:srgbClr val="30D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543800" y="5016384"/>
            <a:ext cx="164592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6E3A1"/>
                </a:solidFill>
                <a:latin typeface="Segoe UI"/>
              </a:rPr>
              <a:t>1056 Mops/s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43800" y="6355793"/>
            <a:ext cx="16459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chemeClr val="bg1"/>
                </a:solidFill>
                <a:latin typeface="Segoe UI"/>
              </a:rPr>
              <a:t>N=16
66 MHz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95704" y="5412525"/>
            <a:ext cx="1945036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b="1" dirty="0">
                <a:solidFill>
                  <a:srgbClr val="A6E3A1"/>
                </a:solidFill>
                <a:latin typeface="Segoe UI"/>
              </a:rPr>
              <a:t>Linear scaling: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849C"/>
                </a:solidFill>
                <a:latin typeface="Segoe UI"/>
              </a:rPr>
              <a:t>5/10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4CD9FB4-8EDA-CD65-5A19-F25B2E83691A}"/>
              </a:ext>
            </a:extLst>
          </p:cNvPr>
          <p:cNvSpPr txBox="1"/>
          <p:nvPr/>
        </p:nvSpPr>
        <p:spPr>
          <a:xfrm>
            <a:off x="9495704" y="5710377"/>
            <a:ext cx="2513111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dirty="0">
                <a:solidFill>
                  <a:srgbClr val="A6E3A1"/>
                </a:solidFill>
                <a:latin typeface="Segoe UI"/>
              </a:rPr>
              <a:t>N banks = N</a:t>
            </a:r>
            <a:r>
              <a:rPr lang="en-US" sz="1300" b="1" dirty="0">
                <a:solidFill>
                  <a:srgbClr val="A6E3A1"/>
                </a:solidFill>
                <a:latin typeface="Segoe UI"/>
              </a:rPr>
              <a:t> </a:t>
            </a:r>
            <a:r>
              <a:rPr sz="1300" b="1" dirty="0">
                <a:solidFill>
                  <a:srgbClr val="A6E3A1"/>
                </a:solidFill>
                <a:latin typeface="Segoe UI"/>
              </a:rPr>
              <a:t>×</a:t>
            </a:r>
            <a:r>
              <a:rPr lang="en-US" sz="1300" b="1" dirty="0">
                <a:solidFill>
                  <a:srgbClr val="A6E3A1"/>
                </a:solidFill>
                <a:latin typeface="Segoe UI"/>
              </a:rPr>
              <a:t>T</a:t>
            </a:r>
            <a:r>
              <a:rPr sz="1300" b="1" dirty="0">
                <a:solidFill>
                  <a:srgbClr val="A6E3A1"/>
                </a:solidFill>
                <a:latin typeface="Segoe UI"/>
              </a:rPr>
              <a:t>hroughput</a:t>
            </a:r>
          </a:p>
          <a:p>
            <a:pPr algn="l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dirty="0">
                <a:solidFill>
                  <a:schemeClr val="bg1"/>
                </a:solidFill>
                <a:latin typeface="Segoe UI"/>
              </a:rPr>
              <a:t>No diminishing returns</a:t>
            </a:r>
          </a:p>
        </p:txBody>
      </p:sp>
      <p:sp>
        <p:nvSpPr>
          <p:cNvPr id="63" name="Arc 62">
            <a:extLst>
              <a:ext uri="{FF2B5EF4-FFF2-40B4-BE49-F238E27FC236}">
                <a16:creationId xmlns:a16="http://schemas.microsoft.com/office/drawing/2014/main" id="{022A7E07-DC45-A9B9-6AAE-80499F5910C5}"/>
              </a:ext>
            </a:extLst>
          </p:cNvPr>
          <p:cNvSpPr/>
          <p:nvPr/>
        </p:nvSpPr>
        <p:spPr>
          <a:xfrm rot="10454364">
            <a:off x="-2278946" y="4101241"/>
            <a:ext cx="13492779" cy="1943409"/>
          </a:xfrm>
          <a:prstGeom prst="arc">
            <a:avLst>
              <a:gd name="adj1" fmla="val 11125465"/>
              <a:gd name="adj2" fmla="val 20972744"/>
            </a:avLst>
          </a:prstGeom>
          <a:ln>
            <a:solidFill>
              <a:schemeClr val="bg1"/>
            </a:solidFill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4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89B4FA"/>
                </a:solidFill>
                <a:latin typeface="Segoe UI"/>
              </a:rPr>
              <a:t>Competitive Landscape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960120"/>
            <a:ext cx="10972800" cy="254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5486400" cy="365760"/>
          </a:xfrm>
          <a:prstGeom prst="rect">
            <a:avLst/>
          </a:prstGeom>
          <a:noFill/>
        </p:spPr>
        <p:txBody>
          <a:bodyPr wrap="square" lIns="0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chemeClr val="bg1"/>
                </a:solidFill>
                <a:latin typeface="Segoe UI"/>
              </a:rPr>
              <a:t>Technical Comparison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609961"/>
              </p:ext>
            </p:extLst>
          </p:nvPr>
        </p:nvGraphicFramePr>
        <p:xfrm>
          <a:off x="731519" y="1417320"/>
          <a:ext cx="9414286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13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90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13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67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90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7675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39634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89B4FA"/>
                          </a:solidFill>
                          <a:latin typeface="Segoe UI"/>
                        </a:defRPr>
                      </a:pPr>
                      <a:r>
                        <a:rPr dirty="0"/>
                        <a:t>Dimension</a:t>
                      </a:r>
                    </a:p>
                  </a:txBody>
                  <a:tcPr marL="73152" marR="73152" marT="36576" marB="36576">
                    <a:solidFill>
                      <a:srgbClr val="25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89B4FA"/>
                          </a:solidFill>
                          <a:latin typeface="Segoe UI"/>
                        </a:defRPr>
                      </a:pPr>
                      <a:r>
                        <a:t>ATOMiK</a:t>
                      </a:r>
                    </a:p>
                  </a:txBody>
                  <a:tcPr marL="73152" marR="73152" marT="36576" marB="36576">
                    <a:solidFill>
                      <a:srgbClr val="25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89B4FA"/>
                          </a:solidFill>
                          <a:latin typeface="Segoe UI"/>
                        </a:defRPr>
                      </a:pPr>
                      <a:r>
                        <a:rPr dirty="0"/>
                        <a:t>Event</a:t>
                      </a:r>
                      <a:r>
                        <a:rPr lang="en-US" dirty="0"/>
                        <a:t> </a:t>
                      </a:r>
                      <a:r>
                        <a:rPr dirty="0"/>
                        <a:t>Sourcing</a:t>
                      </a:r>
                    </a:p>
                  </a:txBody>
                  <a:tcPr marL="73152" marR="73152" marT="36576" marB="36576">
                    <a:solidFill>
                      <a:srgbClr val="25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89B4FA"/>
                          </a:solidFill>
                          <a:latin typeface="Segoe UI"/>
                        </a:defRPr>
                      </a:pPr>
                      <a:r>
                        <a:t>CRDTs</a:t>
                      </a:r>
                    </a:p>
                  </a:txBody>
                  <a:tcPr marL="73152" marR="73152" marT="36576" marB="36576">
                    <a:solidFill>
                      <a:srgbClr val="25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89B4FA"/>
                          </a:solidFill>
                          <a:latin typeface="Segoe UI"/>
                        </a:defRPr>
                      </a:pPr>
                      <a:r>
                        <a:t>GPU</a:t>
                      </a:r>
                    </a:p>
                  </a:txBody>
                  <a:tcPr marL="73152" marR="73152" marT="36576" marB="36576">
                    <a:solidFill>
                      <a:srgbClr val="25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89B4FA"/>
                          </a:solidFill>
                          <a:latin typeface="Segoe UI"/>
                        </a:defRPr>
                      </a:pPr>
                      <a:r>
                        <a:rPr dirty="0"/>
                        <a:t>Near-Memory</a:t>
                      </a:r>
                    </a:p>
                  </a:txBody>
                  <a:tcPr marL="73152" marR="73152" marT="36576" marB="36576">
                    <a:solidFill>
                      <a:srgbClr val="2525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Reconstruction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O(1)/cycle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O(N) replay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O(N) merge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Batch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O(1) local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Formal Proofs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92 Lean4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None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Manual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None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None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Undo/Reversal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Free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Log replay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N/A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N/A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N/A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Parallelism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Linear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Limited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Eventual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SIMT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Ctrl-bound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Power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~20 mW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50–200W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50–200W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300–700W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10–50W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963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Latency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10.6 ns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ms-scale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ms-scale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µs-scale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ns-scale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977639"/>
            <a:ext cx="5486400" cy="365760"/>
          </a:xfrm>
          <a:prstGeom prst="rect">
            <a:avLst/>
          </a:prstGeom>
          <a:noFill/>
        </p:spPr>
        <p:txBody>
          <a:bodyPr wrap="square" lIns="0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chemeClr val="bg1"/>
                </a:solidFill>
                <a:latin typeface="Segoe UI"/>
              </a:rPr>
              <a:t>Market Comparables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7320888"/>
              </p:ext>
            </p:extLst>
          </p:nvPr>
        </p:nvGraphicFramePr>
        <p:xfrm>
          <a:off x="731520" y="4297680"/>
          <a:ext cx="10515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6571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89B4FA"/>
                          </a:solidFill>
                          <a:latin typeface="Segoe UI"/>
                        </a:defRPr>
                      </a:pPr>
                      <a:r>
                        <a:t>Company</a:t>
                      </a:r>
                    </a:p>
                  </a:txBody>
                  <a:tcPr marL="73152" marR="73152" marT="36576" marB="36576">
                    <a:solidFill>
                      <a:srgbClr val="25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89B4FA"/>
                          </a:solidFill>
                          <a:latin typeface="Segoe UI"/>
                        </a:defRPr>
                      </a:pPr>
                      <a:r>
                        <a:t>Valuation / Revenue</a:t>
                      </a:r>
                    </a:p>
                  </a:txBody>
                  <a:tcPr marL="73152" marR="73152" marT="36576" marB="36576">
                    <a:solidFill>
                      <a:srgbClr val="25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89B4FA"/>
                          </a:solidFill>
                          <a:latin typeface="Segoe UI"/>
                        </a:defRPr>
                      </a:pPr>
                      <a:r>
                        <a:t>Model</a:t>
                      </a:r>
                    </a:p>
                  </a:txBody>
                  <a:tcPr marL="73152" marR="73152" marT="36576" marB="36576">
                    <a:solidFill>
                      <a:srgbClr val="2525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89B4FA"/>
                          </a:solidFill>
                          <a:latin typeface="Segoe UI"/>
                        </a:defRPr>
                      </a:pPr>
                      <a:r>
                        <a:t>Source</a:t>
                      </a:r>
                    </a:p>
                  </a:txBody>
                  <a:tcPr marL="73152" marR="73152" marT="36576" marB="36576">
                    <a:solidFill>
                      <a:srgbClr val="2525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ARM Holdings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$4.0B rev, 97% GM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IP license + royalty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SEC filing, FY2025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Lattice Semi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$489M rev, 21.6× EV/Rev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Low-power FPGA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Earnings, 2025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Cerebras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$8.1B valuation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AI chip hardware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Crunchbase, Sep 2025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Groq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$20B (NVIDIA acq.)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Inference accelerator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TechCrunch, Dec 2025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Tenstorrent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$2.6B valuation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RISC-V AI accelerator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Fortune, Dec 2024</a:t>
                      </a:r>
                    </a:p>
                  </a:txBody>
                  <a:tcPr marL="73152" marR="73152" marT="36576" marB="36576">
                    <a:solidFill>
                      <a:srgbClr val="1E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6574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Positron AI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$51.6M Series A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>
                          <a:solidFill>
                            <a:schemeClr val="bg1"/>
                          </a:solidFill>
                        </a:rPr>
                        <a:t>FPGA inference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rPr dirty="0">
                          <a:solidFill>
                            <a:schemeClr val="bg1"/>
                          </a:solidFill>
                        </a:rPr>
                        <a:t>Crunchbase, 2025</a:t>
                      </a:r>
                    </a:p>
                  </a:txBody>
                  <a:tcPr marL="73152" marR="73152" marT="36576" marB="36576">
                    <a:solidFill>
                      <a:srgbClr val="1A1A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849C"/>
                </a:solidFill>
                <a:latin typeface="Segoe UI"/>
              </a:rPr>
              <a:t>8/10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4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89B4FA"/>
                </a:solidFill>
                <a:latin typeface="Segoe U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chemeClr val="bg1"/>
                </a:solidFill>
                <a:latin typeface="Segoe UI"/>
              </a:rPr>
              <a:t>From proof-of-concept to production silicon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904" y="1280160"/>
            <a:ext cx="10972800" cy="254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10515600" cy="381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165860" y="1719072"/>
            <a:ext cx="274320" cy="274320"/>
          </a:xfrm>
          <a:prstGeom prst="ellipse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65860" y="173736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13131A"/>
                </a:solidFill>
                <a:latin typeface="Segoe U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15087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BA6F7"/>
                </a:solidFill>
                <a:latin typeface="Segoe UI"/>
              </a:rPr>
              <a:t>Phase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1508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DD6F4"/>
                </a:solidFill>
                <a:latin typeface="Segoe UI"/>
              </a:rPr>
              <a:t>Math
Formalization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1927" y="2752075"/>
            <a:ext cx="1508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chemeClr val="bg1"/>
                </a:solidFill>
                <a:latin typeface="Segoe UI"/>
              </a:rPr>
              <a:t>92 Lean4
proofs</a:t>
            </a:r>
          </a:p>
        </p:txBody>
      </p:sp>
      <p:sp>
        <p:nvSpPr>
          <p:cNvPr id="11" name="Oval 10"/>
          <p:cNvSpPr/>
          <p:nvPr/>
        </p:nvSpPr>
        <p:spPr>
          <a:xfrm>
            <a:off x="2857500" y="1719072"/>
            <a:ext cx="274320" cy="27432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57500" y="172974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13131A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2057400"/>
            <a:ext cx="15087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9B4FA"/>
                </a:solidFill>
                <a:latin typeface="Segoe UI"/>
              </a:rPr>
              <a:t>Phase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2286000"/>
            <a:ext cx="1508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DD6F4"/>
                </a:solidFill>
                <a:latin typeface="Segoe UI"/>
              </a:rPr>
              <a:t>SCORE
Benchmarks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0269" y="2762250"/>
            <a:ext cx="1508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chemeClr val="bg1"/>
                </a:solidFill>
                <a:latin typeface="Segoe UI"/>
              </a:rPr>
              <a:t>95–100%
mem reduction</a:t>
            </a:r>
          </a:p>
        </p:txBody>
      </p:sp>
      <p:sp>
        <p:nvSpPr>
          <p:cNvPr id="16" name="Oval 15"/>
          <p:cNvSpPr/>
          <p:nvPr/>
        </p:nvSpPr>
        <p:spPr>
          <a:xfrm>
            <a:off x="4549140" y="1719072"/>
            <a:ext cx="274320" cy="274320"/>
          </a:xfrm>
          <a:prstGeom prst="ellipse">
            <a:avLst/>
          </a:prstGeom>
          <a:solidFill>
            <a:srgbClr val="94E2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49140" y="1738286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13131A"/>
                </a:solidFill>
                <a:latin typeface="Segoe U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2057400"/>
            <a:ext cx="15087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4E2D5"/>
                </a:solidFill>
                <a:latin typeface="Segoe UI"/>
              </a:rPr>
              <a:t>Phase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2286000"/>
            <a:ext cx="1508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DD6F4"/>
                </a:solidFill>
                <a:latin typeface="Segoe UI"/>
              </a:rPr>
              <a:t>Hardware
Synthesis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2767853"/>
            <a:ext cx="1508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chemeClr val="bg1"/>
                </a:solidFill>
                <a:latin typeface="Segoe UI"/>
              </a:rPr>
              <a:t>94.5 MHz
80/80 tests</a:t>
            </a:r>
          </a:p>
        </p:txBody>
      </p:sp>
      <p:sp>
        <p:nvSpPr>
          <p:cNvPr id="21" name="Oval 20"/>
          <p:cNvSpPr/>
          <p:nvPr/>
        </p:nvSpPr>
        <p:spPr>
          <a:xfrm>
            <a:off x="6240780" y="1719072"/>
            <a:ext cx="274320" cy="274320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40780" y="1738286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13131A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2057400"/>
            <a:ext cx="15087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6E3A1"/>
                </a:solidFill>
                <a:latin typeface="Segoe UI"/>
              </a:rPr>
              <a:t>Phase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286000"/>
            <a:ext cx="1508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DD6F4"/>
                </a:solidFill>
                <a:latin typeface="Segoe UI"/>
              </a:rPr>
              <a:t>SDK
Generation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60" y="2788920"/>
            <a:ext cx="1508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chemeClr val="bg1"/>
                </a:solidFill>
                <a:latin typeface="Segoe UI"/>
              </a:rPr>
              <a:t>5 languages
314 tests</a:t>
            </a:r>
          </a:p>
        </p:txBody>
      </p:sp>
      <p:sp>
        <p:nvSpPr>
          <p:cNvPr id="26" name="Oval 25"/>
          <p:cNvSpPr/>
          <p:nvPr/>
        </p:nvSpPr>
        <p:spPr>
          <a:xfrm>
            <a:off x="7932420" y="1719072"/>
            <a:ext cx="274320" cy="274320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932420" y="1738286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13131A"/>
                </a:solidFill>
                <a:latin typeface="Segoe U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2057400"/>
            <a:ext cx="15087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9E2AF"/>
                </a:solidFill>
                <a:latin typeface="Segoe UI"/>
              </a:rPr>
              <a:t>Phase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2286000"/>
            <a:ext cx="1508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DD6F4"/>
                </a:solidFill>
                <a:latin typeface="Segoe UI"/>
              </a:rPr>
              <a:t>3-Node
Demo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2788920"/>
            <a:ext cx="1508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chemeClr val="bg1"/>
                </a:solidFill>
                <a:latin typeface="Segoe UI"/>
              </a:rPr>
              <a:t>Multi-device
merge</a:t>
            </a:r>
          </a:p>
        </p:txBody>
      </p:sp>
      <p:sp>
        <p:nvSpPr>
          <p:cNvPr id="31" name="Oval 30"/>
          <p:cNvSpPr/>
          <p:nvPr/>
        </p:nvSpPr>
        <p:spPr>
          <a:xfrm>
            <a:off x="9624060" y="1719072"/>
            <a:ext cx="274320" cy="274320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624060" y="1738286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3131A"/>
                </a:solidFill>
                <a:latin typeface="Segoe U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40" y="2057400"/>
            <a:ext cx="15087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6E3A1"/>
                </a:solidFill>
                <a:latin typeface="Segoe UI"/>
              </a:rPr>
              <a:t>Phase 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06840" y="2286000"/>
            <a:ext cx="1508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DD6F4"/>
                </a:solidFill>
                <a:latin typeface="Segoe UI"/>
              </a:rPr>
              <a:t>Parallel
Scaling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6840" y="2809539"/>
            <a:ext cx="15087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chemeClr val="bg1"/>
                </a:solidFill>
                <a:latin typeface="Segoe UI"/>
              </a:rPr>
              <a:t>1,056 Mops/s
16× linear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73080" y="1911365"/>
            <a:ext cx="25400" cy="13716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0673080" y="2185685"/>
            <a:ext cx="25400" cy="13716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10673080" y="2460005"/>
            <a:ext cx="25400" cy="13716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10673080" y="2734324"/>
            <a:ext cx="25400" cy="13716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10673080" y="3008645"/>
            <a:ext cx="25400" cy="13716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10673080" y="3282965"/>
            <a:ext cx="25400" cy="13716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0673080" y="3557284"/>
            <a:ext cx="25400" cy="13716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149840" y="1359349"/>
            <a:ext cx="10972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F9E2AF"/>
                </a:solidFill>
                <a:latin typeface="Segoe UI"/>
              </a:rPr>
              <a:t>SEED ROUND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4114800"/>
            <a:ext cx="10332720" cy="381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1783080" y="4005072"/>
            <a:ext cx="274320" cy="274320"/>
          </a:xfrm>
          <a:prstGeom prst="ellipse">
            <a:avLst/>
          </a:prstGeom>
          <a:solidFill>
            <a:srgbClr val="1E1E2E"/>
          </a:solidFill>
          <a:ln w="25400">
            <a:solidFill>
              <a:srgbClr val="89B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783080" y="401574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89B4FA"/>
                </a:solidFill>
                <a:latin typeface="Segoe UI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434340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9B4FA"/>
                </a:solidFill>
                <a:latin typeface="Segoe UI"/>
              </a:rPr>
              <a:t>Larger FPGA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480060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N=64+ banks
&gt;4 Gops/s target</a:t>
            </a:r>
          </a:p>
        </p:txBody>
      </p:sp>
      <p:sp>
        <p:nvSpPr>
          <p:cNvPr id="50" name="Oval 49"/>
          <p:cNvSpPr/>
          <p:nvPr/>
        </p:nvSpPr>
        <p:spPr>
          <a:xfrm>
            <a:off x="4434840" y="4005072"/>
            <a:ext cx="274320" cy="274320"/>
          </a:xfrm>
          <a:prstGeom prst="ellipse">
            <a:avLst/>
          </a:prstGeom>
          <a:solidFill>
            <a:srgbClr val="1E1E2E"/>
          </a:solidFill>
          <a:ln w="25400">
            <a:solidFill>
              <a:srgbClr val="CBA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434840" y="402336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CBA6F7"/>
                </a:solidFill>
                <a:latin typeface="Segoe UI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83280" y="434340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BA6F7"/>
                </a:solidFill>
                <a:latin typeface="Segoe UI"/>
              </a:rPr>
              <a:t>Vertical SDK
Modules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83280" y="480060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chemeClr val="bg1"/>
                </a:solidFill>
                <a:latin typeface="Segoe UI"/>
              </a:rPr>
              <a:t>HFT, sensor,
streaming packages</a:t>
            </a:r>
          </a:p>
        </p:txBody>
      </p:sp>
      <p:sp>
        <p:nvSpPr>
          <p:cNvPr id="54" name="Oval 53"/>
          <p:cNvSpPr/>
          <p:nvPr/>
        </p:nvSpPr>
        <p:spPr>
          <a:xfrm>
            <a:off x="7086600" y="4005072"/>
            <a:ext cx="274320" cy="274320"/>
          </a:xfrm>
          <a:prstGeom prst="ellipse">
            <a:avLst/>
          </a:prstGeom>
          <a:solidFill>
            <a:srgbClr val="1E1E2E"/>
          </a:solidFill>
          <a:ln w="25400">
            <a:solidFill>
              <a:srgbClr val="94E2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086600" y="401574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94E2D5"/>
                </a:solidFill>
                <a:latin typeface="Segoe UI"/>
              </a:rP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35040" y="438404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dirty="0">
                <a:solidFill>
                  <a:srgbClr val="94E2D5"/>
                </a:solidFill>
                <a:latin typeface="Segoe UI"/>
              </a:rPr>
              <a:t>ASIC Feasibility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35040" y="480060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chemeClr val="bg1"/>
                </a:solidFill>
                <a:latin typeface="Segoe UI"/>
              </a:rPr>
              <a:t>Foundry partner
28nm estimates</a:t>
            </a:r>
          </a:p>
        </p:txBody>
      </p:sp>
      <p:sp>
        <p:nvSpPr>
          <p:cNvPr id="58" name="Oval 57"/>
          <p:cNvSpPr/>
          <p:nvPr/>
        </p:nvSpPr>
        <p:spPr>
          <a:xfrm>
            <a:off x="9738360" y="4005072"/>
            <a:ext cx="274320" cy="274320"/>
          </a:xfrm>
          <a:prstGeom prst="ellipse">
            <a:avLst/>
          </a:prstGeom>
          <a:solidFill>
            <a:srgbClr val="1E1E2E"/>
          </a:solidFill>
          <a:ln w="25400">
            <a:solidFill>
              <a:srgbClr val="A6E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738360" y="402336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6E3A1"/>
                </a:solidFill>
                <a:latin typeface="Segoe UI"/>
              </a:rPr>
              <a:t>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6800" y="434340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6E3A1"/>
                </a:solidFill>
                <a:latin typeface="Segoe UI"/>
              </a:rPr>
              <a:t>Pilot Design
Wins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480060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chemeClr val="bg1"/>
                </a:solidFill>
                <a:latin typeface="Segoe UI"/>
              </a:rPr>
              <a:t>2–3 revenue
customers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788" y="5402580"/>
            <a:ext cx="10598972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dirty="0">
                <a:solidFill>
                  <a:schemeClr val="bg1"/>
                </a:solidFill>
                <a:latin typeface="Segoe UI"/>
              </a:rPr>
              <a:t>Risk profile: 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03020" y="5407062"/>
            <a:ext cx="8229600" cy="365760"/>
          </a:xfrm>
          <a:prstGeom prst="rect">
            <a:avLst/>
          </a:prstGeom>
          <a:noFill/>
        </p:spPr>
        <p:txBody>
          <a:bodyPr wrap="square" lIns="0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dirty="0">
                <a:solidFill>
                  <a:srgbClr val="A6E3A1"/>
                </a:solidFill>
                <a:latin typeface="Segoe UI"/>
              </a:rPr>
              <a:t>Larger FPGA = Low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86692" y="5421630"/>
            <a:ext cx="1799216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dirty="0">
                <a:solidFill>
                  <a:srgbClr val="A6E3A1"/>
                </a:solidFill>
                <a:latin typeface="Segoe UI"/>
              </a:rPr>
              <a:t>  SDK Modules = Low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55080" y="5443369"/>
            <a:ext cx="17373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dirty="0">
                <a:solidFill>
                  <a:srgbClr val="F9E2AF"/>
                </a:solidFill>
                <a:latin typeface="Segoe UI"/>
              </a:rPr>
              <a:t>ASIC = Medium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79093" y="5440680"/>
            <a:ext cx="1992854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dirty="0">
                <a:solidFill>
                  <a:srgbClr val="F9E2AF"/>
                </a:solidFill>
                <a:latin typeface="Segoe UI"/>
              </a:rPr>
              <a:t>Pilots = Medium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167" y="5887122"/>
            <a:ext cx="10515600" cy="4572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chemeClr val="bg1"/>
                </a:solidFill>
                <a:latin typeface="Segoe UI"/>
              </a:rPr>
              <a:t>6 engineering phases complete with validation at every gate. Seed funds the transition from proof-of-concept to first design wins.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849C"/>
                </a:solidFill>
                <a:latin typeface="Segoe UI"/>
              </a:rPr>
              <a:t>9/10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69DD6251-175D-2795-A40E-3C118E124D93}"/>
              </a:ext>
            </a:extLst>
          </p:cNvPr>
          <p:cNvSpPr/>
          <p:nvPr/>
        </p:nvSpPr>
        <p:spPr>
          <a:xfrm>
            <a:off x="10673080" y="1654049"/>
            <a:ext cx="25400" cy="13716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839FB0E2-DAB6-083A-AA0D-EC231084F07E}"/>
              </a:ext>
            </a:extLst>
          </p:cNvPr>
          <p:cNvSpPr/>
          <p:nvPr/>
        </p:nvSpPr>
        <p:spPr>
          <a:xfrm>
            <a:off x="1075765" y="3766790"/>
            <a:ext cx="9576995" cy="2066992"/>
          </a:xfrm>
          <a:prstGeom prst="roundRect">
            <a:avLst/>
          </a:prstGeom>
          <a:gradFill>
            <a:gsLst>
              <a:gs pos="39000">
                <a:schemeClr val="accent1">
                  <a:tint val="100000"/>
                  <a:shade val="100000"/>
                  <a:satMod val="130000"/>
                  <a:alpha val="0"/>
                </a:schemeClr>
              </a:gs>
              <a:gs pos="100000">
                <a:schemeClr val="accent1">
                  <a:tint val="50000"/>
                  <a:shade val="100000"/>
                  <a:satMod val="350000"/>
                  <a:alpha val="82000"/>
                </a:schemeClr>
              </a:gs>
            </a:gsLst>
          </a:gradFill>
          <a:ln>
            <a:solidFill>
              <a:schemeClr val="accent1">
                <a:shade val="95000"/>
                <a:satMod val="10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3EA87A69-23E3-BE74-EC31-F3F821846D1A}"/>
              </a:ext>
            </a:extLst>
          </p:cNvPr>
          <p:cNvSpPr/>
          <p:nvPr/>
        </p:nvSpPr>
        <p:spPr>
          <a:xfrm>
            <a:off x="708735" y="1555106"/>
            <a:ext cx="9730665" cy="1745609"/>
          </a:xfrm>
          <a:prstGeom prst="roundRect">
            <a:avLst/>
          </a:prstGeom>
          <a:gradFill>
            <a:gsLst>
              <a:gs pos="39000">
                <a:schemeClr val="accent1">
                  <a:tint val="100000"/>
                  <a:shade val="100000"/>
                  <a:satMod val="130000"/>
                  <a:alpha val="0"/>
                </a:schemeClr>
              </a:gs>
              <a:gs pos="100000">
                <a:schemeClr val="accent1">
                  <a:tint val="50000"/>
                  <a:shade val="100000"/>
                  <a:satMod val="350000"/>
                  <a:alpha val="82000"/>
                </a:schemeClr>
              </a:gs>
            </a:gsLst>
          </a:gradFill>
          <a:ln>
            <a:solidFill>
              <a:schemeClr val="accent1">
                <a:shade val="95000"/>
                <a:satMod val="10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0704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9956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4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89B4FA"/>
                </a:solidFill>
                <a:latin typeface="Segoe UI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9928" y="881753"/>
            <a:ext cx="974069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dirty="0">
                <a:solidFill>
                  <a:schemeClr val="bg1"/>
                </a:solidFill>
                <a:latin typeface="Segoe UI"/>
              </a:rPr>
              <a:t>$3M - $4M </a:t>
            </a:r>
            <a:r>
              <a:rPr lang="en-US" sz="1600" dirty="0">
                <a:solidFill>
                  <a:schemeClr val="bg1"/>
                </a:solidFill>
                <a:latin typeface="Segoe UI"/>
              </a:rPr>
              <a:t>s</a:t>
            </a:r>
            <a:r>
              <a:rPr lang="en-US" sz="1600" b="0" dirty="0">
                <a:solidFill>
                  <a:schemeClr val="bg1"/>
                </a:solidFill>
                <a:latin typeface="Segoe UI"/>
              </a:rPr>
              <a:t>eed round for 15% - 25% equity to take ATOMiK from validated silicon to first design wins.</a:t>
            </a:r>
            <a:endParaRPr sz="1600" b="0" dirty="0">
              <a:solidFill>
                <a:schemeClr val="bg1"/>
              </a:solidFill>
              <a:latin typeface="Segoe U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09904" y="1280160"/>
            <a:ext cx="10972800" cy="254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6013524" cy="365760"/>
          </a:xfrm>
          <a:prstGeom prst="rect">
            <a:avLst/>
          </a:prstGeom>
          <a:noFill/>
        </p:spPr>
        <p:txBody>
          <a:bodyPr wrap="square" lIns="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chemeClr val="bg1"/>
                </a:solidFill>
                <a:latin typeface="Segoe UI"/>
              </a:rPr>
              <a:t>Use of Funds</a:t>
            </a:r>
            <a:r>
              <a:rPr lang="en-US" sz="1800" b="1" dirty="0">
                <a:solidFill>
                  <a:schemeClr val="bg1"/>
                </a:solidFill>
                <a:latin typeface="Segoe UI"/>
              </a:rPr>
              <a:t>: Buys us 18 – 24 months of runway</a:t>
            </a:r>
            <a:endParaRPr sz="1800" b="1" dirty="0">
              <a:solidFill>
                <a:schemeClr val="bg1"/>
              </a:solidFill>
              <a:latin typeface="Segoe U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31520" y="1874519"/>
            <a:ext cx="6278880" cy="54864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-472440" y="2014547"/>
            <a:ext cx="6278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13131A"/>
                </a:solidFill>
                <a:latin typeface="Segoe UI"/>
              </a:rPr>
              <a:t>40%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874519"/>
            <a:ext cx="3924300" cy="54864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70960" y="2001011"/>
            <a:ext cx="39243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13131A"/>
                </a:solidFill>
                <a:latin typeface="Segoe UI"/>
              </a:rPr>
              <a:t>25%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72300" y="1874519"/>
            <a:ext cx="3139440" cy="548640"/>
          </a:xfrm>
          <a:prstGeom prst="rect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4610" y="2001011"/>
            <a:ext cx="3139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131A"/>
                </a:solidFill>
                <a:latin typeface="Segoe UI"/>
              </a:rPr>
              <a:t>20%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92540" y="1874519"/>
            <a:ext cx="2354580" cy="54864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892540" y="2014832"/>
            <a:ext cx="23545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13131A"/>
                </a:solidFill>
                <a:latin typeface="Segoe UI"/>
              </a:rPr>
              <a:t>15%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606040"/>
            <a:ext cx="2286000" cy="11887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31520" y="2606040"/>
            <a:ext cx="2286000" cy="381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2679192"/>
            <a:ext cx="2103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9B4FA"/>
                </a:solidFill>
                <a:latin typeface="Segoe UI"/>
              </a:rPr>
              <a:t>Hardware R&amp;D (40%)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971800"/>
            <a:ext cx="210312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Larger FPGA port, ASIC feasibility,
dev boards</a:t>
            </a:r>
            <a:endParaRPr lang="en-US" sz="1000" b="0" dirty="0">
              <a:solidFill>
                <a:schemeClr val="bg1"/>
              </a:solidFill>
              <a:latin typeface="Segoe UI"/>
            </a:endParaRP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endParaRPr lang="en-US" sz="1000" dirty="0">
              <a:solidFill>
                <a:schemeClr val="bg1"/>
              </a:solidFill>
              <a:latin typeface="Segoe UI"/>
            </a:endParaRP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0" dirty="0">
                <a:solidFill>
                  <a:schemeClr val="bg1"/>
                </a:solidFill>
                <a:latin typeface="Segoe UI"/>
              </a:rPr>
              <a:t>$900K - $1.4M</a:t>
            </a:r>
            <a:endParaRPr sz="1000" b="0" dirty="0">
              <a:solidFill>
                <a:schemeClr val="bg1"/>
              </a:solidFill>
              <a:latin typeface="Segoe UI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3441102" y="2606040"/>
            <a:ext cx="2286000" cy="11887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441102" y="2606040"/>
            <a:ext cx="2286000" cy="3810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532542" y="2679192"/>
            <a:ext cx="2103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6E3A1"/>
                </a:solidFill>
                <a:latin typeface="Segoe UI"/>
              </a:rPr>
              <a:t>SDK &amp; Platform (25%)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2542" y="2971800"/>
            <a:ext cx="210312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Production hardening, vertical
modules, docs</a:t>
            </a:r>
            <a:endParaRPr lang="en-US" sz="1000" b="0" dirty="0">
              <a:solidFill>
                <a:schemeClr val="bg1"/>
              </a:solidFill>
              <a:latin typeface="Segoe UI"/>
            </a:endParaRP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endParaRPr lang="en-US" sz="1000" dirty="0">
              <a:solidFill>
                <a:schemeClr val="bg1"/>
              </a:solidFill>
              <a:latin typeface="Segoe UI"/>
            </a:endParaRP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0" dirty="0">
                <a:solidFill>
                  <a:schemeClr val="bg1"/>
                </a:solidFill>
                <a:latin typeface="Segoe UI"/>
              </a:rPr>
              <a:t>$500K - $900K</a:t>
            </a:r>
            <a:endParaRPr sz="1000" b="0" dirty="0">
              <a:solidFill>
                <a:schemeClr val="bg1"/>
              </a:solidFill>
              <a:latin typeface="Segoe UI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201111" y="2606040"/>
            <a:ext cx="2286000" cy="11887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01111" y="2606040"/>
            <a:ext cx="2286000" cy="38100"/>
          </a:xfrm>
          <a:prstGeom prst="rect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92551" y="2679192"/>
            <a:ext cx="2103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BA6F7"/>
                </a:solidFill>
                <a:latin typeface="Segoe UI"/>
              </a:rPr>
              <a:t>Business Dev (20%)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2551" y="2971800"/>
            <a:ext cx="210312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Patent prosecution, partnerships,
pilot support</a:t>
            </a:r>
            <a:endParaRPr lang="en-US" sz="1000" b="0" dirty="0">
              <a:solidFill>
                <a:schemeClr val="bg1"/>
              </a:solidFill>
              <a:latin typeface="Segoe UI"/>
            </a:endParaRP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endParaRPr lang="en-US" sz="1000" dirty="0">
              <a:solidFill>
                <a:schemeClr val="bg1"/>
              </a:solidFill>
              <a:latin typeface="Segoe UI"/>
            </a:endParaRP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0" dirty="0">
                <a:solidFill>
                  <a:schemeClr val="bg1"/>
                </a:solidFill>
                <a:latin typeface="Segoe UI"/>
              </a:rPr>
              <a:t>$400K - $700K</a:t>
            </a:r>
            <a:endParaRPr sz="1000" b="0" dirty="0">
              <a:solidFill>
                <a:schemeClr val="bg1"/>
              </a:solidFill>
              <a:latin typeface="Segoe UI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8961120" y="2606040"/>
            <a:ext cx="2286000" cy="11887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 w="12700"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961120" y="2606040"/>
            <a:ext cx="2286000" cy="38100"/>
          </a:xfrm>
          <a:prstGeom prst="rect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052560" y="2679192"/>
            <a:ext cx="2103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9E2AF"/>
                </a:solidFill>
                <a:latin typeface="Segoe UI"/>
              </a:rPr>
              <a:t>Team (15%)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971800"/>
            <a:ext cx="210312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FPGA engineer,
application engineer</a:t>
            </a:r>
            <a:endParaRPr lang="en-US" sz="1000" b="0" dirty="0">
              <a:solidFill>
                <a:schemeClr val="bg1"/>
              </a:solidFill>
              <a:latin typeface="Segoe UI"/>
            </a:endParaRP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endParaRPr lang="en-US" sz="1000" dirty="0">
              <a:solidFill>
                <a:schemeClr val="bg1"/>
              </a:solidFill>
              <a:latin typeface="Segoe UI"/>
            </a:endParaRPr>
          </a:p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0" dirty="0">
                <a:solidFill>
                  <a:schemeClr val="bg1"/>
                </a:solidFill>
                <a:latin typeface="Segoe UI"/>
              </a:rPr>
              <a:t>$400K - $600K</a:t>
            </a:r>
            <a:endParaRPr sz="1000" b="0" dirty="0">
              <a:solidFill>
                <a:schemeClr val="bg1"/>
              </a:solidFill>
              <a:latin typeface="Segoe U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52182" y="4280508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chemeClr val="bg1"/>
                </a:solidFill>
                <a:latin typeface="Segoe UI"/>
              </a:rPr>
              <a:t>Key Milestones (Seed Stage)</a:t>
            </a:r>
          </a:p>
        </p:txBody>
      </p:sp>
      <p:sp>
        <p:nvSpPr>
          <p:cNvPr id="31" name="Oval 30"/>
          <p:cNvSpPr/>
          <p:nvPr/>
        </p:nvSpPr>
        <p:spPr>
          <a:xfrm>
            <a:off x="835062" y="4719420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5062" y="4701132"/>
            <a:ext cx="164592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131A"/>
                </a:solidFill>
                <a:latin typeface="Segoe UI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55102" y="4691988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chemeClr val="bg1"/>
                </a:solidFill>
                <a:latin typeface="Segoe UI"/>
              </a:rPr>
              <a:t>Port to mid-range FPGA: N=64+ banks, &gt;4 Gops/s</a:t>
            </a:r>
          </a:p>
        </p:txBody>
      </p:sp>
      <p:sp>
        <p:nvSpPr>
          <p:cNvPr id="34" name="Oval 33"/>
          <p:cNvSpPr/>
          <p:nvPr/>
        </p:nvSpPr>
        <p:spPr>
          <a:xfrm>
            <a:off x="835062" y="5012028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35062" y="4993740"/>
            <a:ext cx="164592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131A"/>
                </a:solidFill>
                <a:latin typeface="Segoe U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55102" y="4984596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chemeClr val="bg1"/>
                </a:solidFill>
                <a:latin typeface="Segoe UI"/>
              </a:rPr>
              <a:t>Land 2 pilot design wins (HFT + edge AI)</a:t>
            </a:r>
          </a:p>
        </p:txBody>
      </p:sp>
      <p:sp>
        <p:nvSpPr>
          <p:cNvPr id="37" name="Oval 36"/>
          <p:cNvSpPr/>
          <p:nvPr/>
        </p:nvSpPr>
        <p:spPr>
          <a:xfrm>
            <a:off x="835062" y="5304636"/>
            <a:ext cx="164592" cy="164592"/>
          </a:xfrm>
          <a:prstGeom prst="ellipse">
            <a:avLst/>
          </a:prstGeom>
          <a:solidFill>
            <a:srgbClr val="94E2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5062" y="5286348"/>
            <a:ext cx="164592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131A"/>
                </a:solidFill>
                <a:latin typeface="Segoe U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55102" y="5277204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chemeClr val="bg1"/>
                </a:solidFill>
                <a:latin typeface="Segoe UI"/>
              </a:rPr>
              <a:t>Complete ASIC feasibility study with foundry</a:t>
            </a:r>
          </a:p>
        </p:txBody>
      </p:sp>
      <p:sp>
        <p:nvSpPr>
          <p:cNvPr id="40" name="Oval 39"/>
          <p:cNvSpPr/>
          <p:nvPr/>
        </p:nvSpPr>
        <p:spPr>
          <a:xfrm>
            <a:off x="835062" y="5597244"/>
            <a:ext cx="164592" cy="164592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5062" y="5578956"/>
            <a:ext cx="164592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131A"/>
                </a:solidFill>
                <a:latin typeface="Segoe UI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55102" y="5569812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chemeClr val="bg1"/>
                </a:solidFill>
                <a:latin typeface="Segoe UI"/>
              </a:rPr>
              <a:t>Grow SDK community to 500+ developers</a:t>
            </a:r>
          </a:p>
        </p:txBody>
      </p:sp>
      <p:sp>
        <p:nvSpPr>
          <p:cNvPr id="43" name="Oval 42"/>
          <p:cNvSpPr/>
          <p:nvPr/>
        </p:nvSpPr>
        <p:spPr>
          <a:xfrm>
            <a:off x="835062" y="5889852"/>
            <a:ext cx="164592" cy="164592"/>
          </a:xfrm>
          <a:prstGeom prst="ellipse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5062" y="5871564"/>
            <a:ext cx="164592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3131A"/>
                </a:solidFill>
                <a:latin typeface="Segoe UI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5102" y="5862420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chemeClr val="bg1"/>
                </a:solidFill>
                <a:latin typeface="Segoe UI"/>
              </a:rPr>
              <a:t>File 2+ continuation patents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095999" y="4008511"/>
            <a:ext cx="5181295" cy="2501419"/>
          </a:xfrm>
          <a:prstGeom prst="roundRect">
            <a:avLst>
              <a:gd name="adj" fmla="val 3000"/>
            </a:avLst>
          </a:prstGeom>
          <a:solidFill>
            <a:srgbClr val="1A2A1A"/>
          </a:solidFill>
          <a:ln w="12700">
            <a:solidFill>
              <a:srgbClr val="A6E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217920" y="4071570"/>
            <a:ext cx="46634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chemeClr val="bg1"/>
                </a:solidFill>
                <a:latin typeface="Segoe UI"/>
              </a:rPr>
              <a:t>Why This Is Fundable Now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16444" y="4389120"/>
            <a:ext cx="466344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dirty="0">
                <a:solidFill>
                  <a:srgbClr val="A6E3A1"/>
                </a:solidFill>
                <a:latin typeface="Segoe UI"/>
              </a:rPr>
              <a:t>✓  Technical risk retired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45044" y="4590288"/>
            <a:ext cx="44805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92 proofs + working silicon</a:t>
            </a:r>
            <a:r>
              <a:rPr lang="en-US" sz="1000" b="0" dirty="0">
                <a:solidFill>
                  <a:schemeClr val="bg1"/>
                </a:solidFill>
                <a:latin typeface="Segoe UI"/>
              </a:rPr>
              <a:t> (Tango Nano 9k – FPGA)</a:t>
            </a:r>
            <a:r>
              <a:rPr sz="1000" b="0" dirty="0">
                <a:solidFill>
                  <a:schemeClr val="bg1"/>
                </a:solidFill>
                <a:latin typeface="Segoe UI"/>
              </a:rPr>
              <a:t> + 314 </a:t>
            </a:r>
            <a:r>
              <a:rPr lang="en-US" sz="1000" b="0" dirty="0">
                <a:solidFill>
                  <a:schemeClr val="bg1"/>
                </a:solidFill>
                <a:latin typeface="Segoe UI"/>
              </a:rPr>
              <a:t>validation </a:t>
            </a:r>
            <a:r>
              <a:rPr sz="1000" b="0" dirty="0">
                <a:solidFill>
                  <a:schemeClr val="bg1"/>
                </a:solidFill>
                <a:latin typeface="Segoe UI"/>
              </a:rPr>
              <a:t>tests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16444" y="4828032"/>
            <a:ext cx="466344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dirty="0">
                <a:solidFill>
                  <a:srgbClr val="A6E3A1"/>
                </a:solidFill>
                <a:latin typeface="Segoe UI"/>
              </a:rPr>
              <a:t>✓  Market timing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45044" y="5029200"/>
            <a:ext cx="44805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$300B+ hyperscaler AI capex cycle in progress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16444" y="5260400"/>
            <a:ext cx="466344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dirty="0">
                <a:solidFill>
                  <a:srgbClr val="A6E3A1"/>
                </a:solidFill>
                <a:latin typeface="Segoe UI"/>
              </a:rPr>
              <a:t>✓  Capital efficiency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45044" y="5461568"/>
            <a:ext cx="44805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chemeClr val="bg1"/>
                </a:solidFill>
                <a:latin typeface="Segoe UI"/>
              </a:rPr>
              <a:t>~$225 total spend → 1 Gops/s hardware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16444" y="5690168"/>
            <a:ext cx="466344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dirty="0">
                <a:solidFill>
                  <a:srgbClr val="A6E3A1"/>
                </a:solidFill>
                <a:latin typeface="Segoe UI"/>
              </a:rPr>
              <a:t>✓  Clear IP moat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45044" y="5891336"/>
            <a:ext cx="44805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0" dirty="0">
                <a:solidFill>
                  <a:schemeClr val="bg1"/>
                </a:solidFill>
                <a:latin typeface="Segoe UI"/>
              </a:rPr>
              <a:t>Provisional </a:t>
            </a:r>
            <a:r>
              <a:rPr sz="1000" b="0" dirty="0">
                <a:solidFill>
                  <a:schemeClr val="bg1"/>
                </a:solidFill>
                <a:latin typeface="Segoe UI"/>
              </a:rPr>
              <a:t>Patent pending + formal verification barrier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852" y="6298692"/>
            <a:ext cx="5486400" cy="4572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chemeClr val="bg1"/>
                </a:solidFill>
                <a:latin typeface="Segoe UI"/>
              </a:rPr>
              <a:t>ATOMiK — Delta-State Computing in Silicon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0" y="613252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chemeClr val="bg1"/>
                </a:solidFill>
                <a:latin typeface="Segoe UI"/>
              </a:rPr>
              <a:t>$225 to 1 Gops/s. Imagine what funded execution looks like.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849C"/>
                </a:solidFill>
                <a:latin typeface="Segoe UI"/>
              </a:rPr>
              <a:t>10/10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84142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159BB2-F34F-47FA-5728-F93DF1C297F0}"/>
              </a:ext>
            </a:extLst>
          </p:cNvPr>
          <p:cNvSpPr txBox="1"/>
          <p:nvPr/>
        </p:nvSpPr>
        <p:spPr>
          <a:xfrm>
            <a:off x="2495124" y="2551837"/>
            <a:ext cx="7872989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Keep it Simple:</a:t>
            </a:r>
            <a:r>
              <a:rPr lang="en-US" dirty="0"/>
              <a:t> Focus on clarity, not complex designs.</a:t>
            </a:r>
          </a:p>
          <a:p>
            <a:r>
              <a:rPr lang="en-US" b="1" dirty="0"/>
              <a:t>Tell a Story:</a:t>
            </a:r>
            <a:r>
              <a:rPr lang="en-US" dirty="0"/>
              <a:t> Structure it like a, movie, trailer—hook, struggle, solution, success.</a:t>
            </a:r>
          </a:p>
          <a:p>
            <a:r>
              <a:rPr lang="en-US" b="1" dirty="0"/>
              <a:t>Show, Don't Just Tell:</a:t>
            </a:r>
            <a:r>
              <a:rPr lang="en-US" dirty="0"/>
              <a:t> Use visuals and data, not just text.</a:t>
            </a:r>
          </a:p>
          <a:p>
            <a:r>
              <a:rPr lang="en-US" b="1" dirty="0"/>
              <a:t>Why Now:</a:t>
            </a:r>
            <a:r>
              <a:rPr lang="en-US" dirty="0"/>
              <a:t> Justify why this is the perfect time for your solution.</a:t>
            </a:r>
          </a:p>
          <a:p>
            <a:r>
              <a:rPr lang="en-US" b="1" dirty="0"/>
              <a:t>Know Your Numbers:</a:t>
            </a:r>
            <a:r>
              <a:rPr lang="en-US" dirty="0"/>
              <a:t> Be ready to discuss the assumptions behind your financials. 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002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1713</Words>
  <Application>Microsoft Office PowerPoint</Application>
  <PresentationFormat>Widescreen</PresentationFormat>
  <Paragraphs>365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Matthew Rockwell</cp:lastModifiedBy>
  <cp:revision>1</cp:revision>
  <dcterms:created xsi:type="dcterms:W3CDTF">2013-01-27T09:14:16Z</dcterms:created>
  <dcterms:modified xsi:type="dcterms:W3CDTF">2026-02-03T20:42:47Z</dcterms:modified>
  <cp:category/>
</cp:coreProperties>
</file>