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 ·  $2.0M  ·  POST-MONEY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920240"/>
            <a:ext cx="9326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FB1C7"/>
                </a:solidFill>
                <a:latin typeface="Aptos"/>
              </a:rPr>
              <a:t>State-aware compute architecture that reduces wasted state movement for constrained edge, embedded, and AI workloads.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615184"/>
            <a:ext cx="2514600" cy="310896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22951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2C55E"/>
                </a:solidFill>
                <a:latin typeface="Aptos"/>
              </a:rPr>
              <a:t>HARDWARE_VALIDATED on Zynq FPGA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615184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2688336"/>
            <a:ext cx="19293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2D3EE"/>
                </a:solidFill>
                <a:latin typeface="Aptos"/>
              </a:rPr>
              <a:t>16/16 algebraic proofs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0896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FB1C7"/>
                </a:solidFill>
                <a:latin typeface="Aptos"/>
              </a:rPr>
              <a:t>Every constrained system wastes resources rediscovering what changed. ATOMiK tracks meaningful change instead — reducing bytes moved, operations repeated, and state scanned.</a:t>
            </a:r>
          </a:p>
        </p:txBody>
      </p:sp>
      <p:pic>
        <p:nvPicPr>
          <p:cNvPr id="14" name="Picture 13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04424"/>
            <a:ext cx="5989320" cy="33689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5800" y="448056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0392" y="462686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" y="4809744"/>
            <a:ext cx="3191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IP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184648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Architecture + implementation + workload evidence → licensing or strategic acquisition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62272" y="448056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26864" y="462686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26864" y="4809744"/>
            <a:ext cx="3191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Live 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6864" y="5184648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ATOMiK Desk v0.39-K running on Zynq hardware today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8744" y="4480560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03336" y="462686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3336" y="4809744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18-month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5184648"/>
            <a:ext cx="3054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$2M funds measured customer proof + IP diligence + ASIC feasibility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Constrained systems pay a hidden tax on unchanged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Data-center energy: 415 TWh in 2024 → projected 945 TWh by 2030. (IEA)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U.S. alone: 176 TWh in 2023 → 325–580 TWh projected by 2028. (LBNL)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66 billion liters of direct cooling water consumed in U.S. data centers in 2023.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Edge and embedded teams hit hard limits on battery, heat, and bandwidth — before data center scale.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In every case: the system processes state it already knows. Most of it didn't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2880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14032" y="197510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4032" y="215798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Battery / heat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253288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Redundant state movement burns power and generates thermal load in sealed devices.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06324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14032" y="320954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339242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Bandwidth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376732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Full-state sync over constrained links moves more than necessary, every tick.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29768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14032" y="444398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4032" y="462686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500176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Rebuilding or replaying state instead of tracking delta adds delay where it hurts.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F8097"/>
                </a:solidFill>
                <a:latin typeface="Aptos"/>
              </a:rPr>
              <a:t>IEA Energy and AI (2024); LBNL 2024 US Data Center Report. Market framing only — not an ATOMiK savings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END-GAME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Customers do not buy delta-state algebra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020823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Bytes avoided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Less state movement against the current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79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0871" y="2020823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1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Update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1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Faster local state paths where the workload fits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2020823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Bandwidth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Fewer full-state transfers when measured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7472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362102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803904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Operations coalesced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178808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Less repeated work in change-heavy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47472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90871" y="3621024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1" y="3803904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Power/thermal proxy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4178808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Follow-on measurement when instrumentation exists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6636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4F8FF"/>
                </a:solidFill>
                <a:latin typeface="Aptos"/>
              </a:rPr>
              <a:t>Battery, cooling, water, and footprint remain evaluation targets until measured.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PRIMITIVE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011680"/>
            <a:ext cx="10149840" cy="9601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313432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state = reference_state XOR accumulated_delta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" y="380390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Start from a known reference state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0168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94760" y="380390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ACCUM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Accumulate compact deltas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47688" y="380390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Reconstruct only when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0616" y="380390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SWAP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0616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Commit clean epoch boundaries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ATOMiK has a wedge, not a universal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writes or updates dominate reads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state changes are sparse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bandwidth is expensive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latency and power budgets are tight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rollback, sync, or context retention create overhead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65960"/>
            <a:ext cx="4389120" cy="228600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2402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Aptos"/>
              </a:rPr>
              <a:t>Not the 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743200"/>
            <a:ext cx="374903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general-purpose CPU replacement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claimed thermal result before measurement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commercial desktop product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Different industries feel the same waste in different budgets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1975104"/>
            <a:ext cx="65836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Edge / embedded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5146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battery, enclosure heat, intermittent links,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889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bytes moved, latency, bandwidth, power proxy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82880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3951" y="1975104"/>
            <a:ext cx="65836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15798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AI at the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1" y="25146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context/state movement, memory pressure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7889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context retained and transfer avoided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044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3666744"/>
            <a:ext cx="65836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84962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Remote / industrial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20624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weight, wattage, packet budget, field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48056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runtime proxy and update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520440"/>
            <a:ext cx="4983480" cy="13258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3951" y="3666744"/>
            <a:ext cx="65836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384962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Data center /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1" y="420624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power bill, cooling, water pressure, density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1" y="448056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bytes moved and power/thermal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LIVE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Current demo surface running on Zynq hardware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10835640" cy="388620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328" y="1993392"/>
            <a:ext cx="5933440" cy="3337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422392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FB1C7"/>
                </a:solidFill>
                <a:latin typeface="Aptos"/>
              </a:rPr>
              <a:t>HARDWARE_VALIDATED: ATOMiK Desk v0.39-K prototype UI running on live Zynq hardware. Not commercial product maturity or performance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Compelling, but evidence-bounded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1109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Zynq Desk v0.39-K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911096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22C55E"/>
                </a:solidFill>
                <a:latin typeface="Aptos"/>
              </a:rPr>
              <a:t>HARDWARE_VALIDATED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11096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current public proof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96312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Linux userspace to FPGA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624328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22D3EE"/>
                </a:solidFill>
                <a:latin typeface="Aptos"/>
              </a:rPr>
              <a:t>HARDWARE_VALIDATED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624328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documented OS-to-bus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9544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37560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AX7020 board run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3375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4F8FFF"/>
                </a:solidFill>
                <a:latin typeface="Aptos"/>
              </a:rPr>
              <a:t>LIVE_MEASURED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337560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raw artifact with caveats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22776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507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Formal algebra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0507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A78BFA"/>
                </a:solidFill>
                <a:latin typeface="Aptos"/>
              </a:rPr>
              <a:t>SOFTWARE_VALIDATED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050792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proof work in repo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36008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76402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Standalone boot artifacts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764024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F59E0B"/>
                </a:solidFill>
                <a:latin typeface="Aptos"/>
              </a:rPr>
              <a:t>BUILD_ARTIFACT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764024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local build output exists; public power-on artifact gated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RETURN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Don't outspend incumbents. Become their strategic acquisition.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2066543"/>
            <a:ext cx="196596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28600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4F8FF"/>
                </a:solidFill>
                <a:latin typeface="Aptos"/>
              </a:rPr>
              <a:t>Measured proof
(0–12 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83464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One workload. One baseline. One metric. Artifact-backed, correctness-verified.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920240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5032" y="2066543"/>
            <a:ext cx="196596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28600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4F8FF"/>
                </a:solidFill>
                <a:latin typeface="Aptos"/>
              </a:rPr>
              <a:t>IP &amp; diligence
(6–18 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283464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Patent conversion, prior-art review, counsel-reviewed packet.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920240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19672" y="2066543"/>
            <a:ext cx="1965960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8600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4F8FF"/>
                </a:solidFill>
                <a:latin typeface="Aptos"/>
              </a:rPr>
              <a:t>Design partners
(12–24 mo)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83464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Paid evaluations → design-partner agreements → IP licensing value.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920240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54312" y="2066543"/>
            <a:ext cx="196596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28600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4F8FF"/>
                </a:solidFill>
                <a:latin typeface="Aptos"/>
              </a:rPr>
              <a:t>Strategic outcome
(18–36 mo)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834640"/>
            <a:ext cx="2057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License, partner, or be acquired by a chip/platform company at IP premium.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F8097"/>
                </a:solidFill>
                <a:latin typeface="Aptos"/>
              </a:rPr>
              <a:t>Comparable IP architecture acquisitions in semiconductor history: $50M–$400M+ for validated compute primitives. ATOMiK's path: proof → IP value → strategic partner.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F8097"/>
                </a:solidFill>
                <a:latin typeface="Aptos"/>
              </a:rPr>
              <a:t>Strategic outcome framing only. No acquisition is guaranteed or implied. Returns are speculative and subject to risk.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$2.0M target pre-seed | 18 months to measured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197510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53288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$600K | Zynq hardening, measurement tooling, first technical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79" y="182880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0871" y="197510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1" y="215798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Customer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1" y="253288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$400K | workload baselines, evaluation SOWs, measured artifacts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182880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197510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15798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IP / legal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53288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$300K | patent conversion, prior-art review, diligence packet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24612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339242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57530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ASIC feasibility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95020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$300K | mentor review, feasibility study, quoted 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24612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90871" y="3392424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1" y="357530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Finance / GTM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395020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$250K | CFO, investor reporting, design-partner outreach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19" y="3246120"/>
            <a:ext cx="3337560" cy="1060704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39911" y="3392424"/>
            <a:ext cx="566928" cy="38100"/>
          </a:xfrm>
          <a:prstGeom prst="rect">
            <a:avLst/>
          </a:prstGeom>
          <a:solidFill>
            <a:srgbClr val="6F8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1" y="357530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Reserve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3950208"/>
            <a:ext cx="30083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$150K | runway buffer and unforeseen proof costs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074920"/>
            <a:ext cx="10469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20" b="0">
                <a:solidFill>
                  <a:srgbClr val="6F8097"/>
                </a:solidFill>
                <a:latin typeface="Aptos"/>
              </a:rPr>
              <a:t>Minimum close $1.25M. Stretch plan $2.75M. Final SAFE terms require CFO/counsel approval. No tape-out funding.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RISKS AND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Trust comes from saying exactly what is still unproven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892040" cy="111556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06654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24942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Battery / power / thermal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24328"/>
            <a:ext cx="4562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Evaluation targets until measured end to 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4892040" cy="111556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206654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24942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Customer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624328"/>
            <a:ext cx="4562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Pending; paid evaluations and design partners are the wedge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29000"/>
            <a:ext cx="4892040" cy="111556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57530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75818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ASIC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133088"/>
            <a:ext cx="4562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Fund feasibility review before tape-out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429000"/>
            <a:ext cx="4892040" cy="111556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2512" y="3575304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Incumbent 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4133088"/>
            <a:ext cx="4562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Protect IP, build proof, pursue strategic conversations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4F8FF"/>
                </a:solidFill>
                <a:latin typeface="Aptos"/>
              </a:rPr>
              <a:t>The pitch is ambitious, but every public claim has a proof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Raising $2.0M to become a strategic acquisition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040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$2.0M target pre-seed  ·  $1.25M minimum close  ·  $2.75M stretch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Post-money SAFE  ·  final terms require CFO/counsel review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18 months of runway to measured proof, IP diligence, and ASIC feasibility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Design-partner introductions and customer workload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920240"/>
            <a:ext cx="3246120" cy="25603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76272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Aptos"/>
              </a:rPr>
              <a:t>Why invest now?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578608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F4F8FF"/>
                </a:solidFill>
                <a:latin typeface="Aptos"/>
              </a:rPr>
              <a:t>Proof is achievable at pre-seed scale. The gap between current hardware validation and defensible IP is $2M, not $20M. That gap is the entry point.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15968"/>
            <a:ext cx="34290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" y="4462272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645152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Money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020056"/>
            <a:ext cx="30998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FB1C7"/>
                </a:solidFill>
                <a:latin typeface="Aptos"/>
              </a:rPr>
              <a:t>$2.0M pre-seed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315968"/>
            <a:ext cx="34290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9432" y="4462272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4645152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18-month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020056"/>
            <a:ext cx="30998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Measured proof + IP packet + ASIC feasibility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315968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11312" y="4462272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4645152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Strategic upside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5020056"/>
            <a:ext cx="28712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Acquisition by chip/platform company at IP 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76672"/>
            <a:ext cx="10287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F8097"/>
                </a:solidFill>
                <a:latin typeface="Aptos"/>
              </a:rPr>
              <a:t>matthew.h.rockwell@gmail.com  ·  First round still open  ·  Aggie Angel Network pitch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